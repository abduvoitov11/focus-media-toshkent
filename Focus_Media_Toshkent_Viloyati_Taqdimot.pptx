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228600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0" bIns="0" rIns="0"/>
          <a:lstStyle/>
          <a:p>
            <a:pPr algn="ctr"/>
            <a:r>
              <a:rPr sz="900" b="1">
                <a:solidFill>
                  <a:srgbClr val="2563EB"/>
                </a:solidFill>
                <a:latin typeface="Arial"/>
              </a:rPr>
              <a:t>LOYIHA TAQDIMOTI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Arial"/>
              </a:rPr>
              <a:t>«FOCUS MEDIA»</a:t>
            </a:r>
            <a:r>
              <a:rPr sz="1600" b="1">
                <a:solidFill>
                  <a:srgbClr val="2563EB"/>
                </a:solidFill>
                <a:latin typeface="Arial"/>
              </a:rPr>
              <a:t>
Toshkent viloyati umumta’lim maktablarining yagona raqamli tizimi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64748B"/>
                </a:solidFill>
                <a:latin typeface="Arial"/>
              </a:rPr>
              <a:t>Viloyat maktablarida axborot boshqaruvi, ochiqlik va yoshlar iqtidorini yagona tizimga birlashtirish.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0" y="502920"/>
            <a:ext cx="2316175" cy="231617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28" y="612648"/>
            <a:ext cx="2093976" cy="20939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2194560"/>
            <a:ext cx="804672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 rIns="228600" bIns="109728"/>
          <a:lstStyle/>
          <a:p>
            <a:pPr algn="ctr"/>
            <a:r>
              <a:rPr sz="900" b="1">
                <a:solidFill>
                  <a:srgbClr val="2563EB"/>
                </a:solidFill>
                <a:latin typeface="Arial"/>
              </a:rPr>
              <a:t>BOSH G‘OYA: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0F172A"/>
                </a:solidFill>
                <a:latin typeface="Arial"/>
              </a:rPr>
              <a:t>«Toshkent viloyati maktablarining ta’lim sifati, o‘quvchilar yutuqlari va ochiqligini ta’minlovchi yagona milliy axborot maydoni.»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3520440"/>
            <a:ext cx="2542032" cy="1691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09728"/>
          <a:lstStyle/>
          <a:p>
            <a:pPr algn="ctr"/>
            <a:r>
              <a:rPr sz="850" b="1">
                <a:solidFill>
                  <a:srgbClr val="1E3A8A"/>
                </a:solidFill>
                <a:latin typeface="Arial"/>
              </a:rPr>
              <a:t>HUDUDIY QAMROV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172A"/>
                </a:solidFill>
                <a:latin typeface="Arial"/>
              </a:rPr>
              <a:t>22 Ta Tuman / Shahar</a:t>
            </a:r>
          </a:p>
          <a:p>
            <a:pPr>
              <a:spcBef>
                <a:spcPts val="400"/>
              </a:spcBef>
            </a:pPr>
            <a:r>
              <a:rPr sz="900">
                <a:solidFill>
                  <a:srgbClr val="64748B"/>
                </a:solidFill>
                <a:latin typeface="Arial"/>
              </a:rPr>
              <a:t>Viloyatning barcha 900+ maktabi yagona axborot tizimiga ulanadi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520440"/>
            <a:ext cx="2542032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56432" y="3520440"/>
            <a:ext cx="2542032" cy="1691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09728"/>
          <a:lstStyle/>
          <a:p>
            <a:pPr algn="ctr"/>
            <a:r>
              <a:rPr sz="850" b="1">
                <a:solidFill>
                  <a:srgbClr val="2563EB"/>
                </a:solidFill>
                <a:latin typeface="Arial"/>
              </a:rPr>
              <a:t>AUDITORIYA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172A"/>
                </a:solidFill>
                <a:latin typeface="Arial"/>
              </a:rPr>
              <a:t>500,000+ Ishtirokchi</a:t>
            </a:r>
          </a:p>
          <a:p>
            <a:pPr>
              <a:spcBef>
                <a:spcPts val="400"/>
              </a:spcBef>
            </a:pPr>
            <a:r>
              <a:rPr sz="900">
                <a:solidFill>
                  <a:srgbClr val="64748B"/>
                </a:solidFill>
                <a:latin typeface="Arial"/>
              </a:rPr>
              <a:t>Viloyat o‘quvchilari, ota-onalar va 50,000+ pedagoglar jamoasi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56432" y="3520440"/>
            <a:ext cx="254203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81344" y="3520440"/>
            <a:ext cx="2542032" cy="1691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09728"/>
          <a:lstStyle/>
          <a:p>
            <a:pPr algn="ctr"/>
            <a:r>
              <a:rPr sz="850" b="1">
                <a:solidFill>
                  <a:srgbClr val="059669"/>
                </a:solidFill>
                <a:latin typeface="Arial"/>
              </a:rPr>
              <a:t>BYUDJET YONDASHUVI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172A"/>
                </a:solidFill>
                <a:latin typeface="Arial"/>
              </a:rPr>
              <a:t>0 So‘m (Tejamkor)</a:t>
            </a:r>
          </a:p>
          <a:p>
            <a:pPr>
              <a:spcBef>
                <a:spcPts val="400"/>
              </a:spcBef>
            </a:pPr>
            <a:r>
              <a:rPr sz="900">
                <a:solidFill>
                  <a:srgbClr val="64748B"/>
                </a:solidFill>
                <a:latin typeface="Arial"/>
              </a:rPr>
              <a:t>Qo‘shimcha shtat talab etmaydi; maktablarning mavjud texnikasi asosida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3520440"/>
            <a:ext cx="254203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06256" y="3520440"/>
            <a:ext cx="2542032" cy="1691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09728"/>
          <a:lstStyle/>
          <a:p>
            <a:pPr algn="ctr"/>
            <a:r>
              <a:rPr sz="850" b="1">
                <a:solidFill>
                  <a:srgbClr val="D97706"/>
                </a:solidFill>
                <a:latin typeface="Arial"/>
              </a:rPr>
              <a:t>BOSQICHLAR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172A"/>
                </a:solidFill>
                <a:latin typeface="Arial"/>
              </a:rPr>
              <a:t>4 Bosqichda</a:t>
            </a:r>
          </a:p>
          <a:p>
            <a:pPr>
              <a:spcBef>
                <a:spcPts val="400"/>
              </a:spcBef>
            </a:pPr>
            <a:r>
              <a:rPr sz="900">
                <a:solidFill>
                  <a:srgbClr val="64748B"/>
                </a:solidFill>
                <a:latin typeface="Arial"/>
              </a:rPr>
              <a:t>1 oyda 22 ta tayanch maktab, 4 oyda viloyat bo‘yicha to‘liq qamrov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256" y="3520440"/>
            <a:ext cx="254203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5440680"/>
            <a:ext cx="10728655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 rIns="228600" bIns="91440"/>
          <a:lstStyle/>
          <a:p>
            <a:pPr algn="ctr"/>
            <a:r>
              <a:rPr sz="950" b="1">
                <a:solidFill>
                  <a:srgbClr val="1E3A8A"/>
                </a:solidFill>
                <a:latin typeface="Arial"/>
              </a:rPr>
              <a:t>Loyiha Tashabbuskori: To‘rabek Abduvoitov   |   Telegram: @Torabek_Abduvoitov   |   Bot: @focusmedia4_bot   |   Sahifa: focus-media-toshkent.vercel.app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382512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Arial"/>
              </a:rPr>
              <a:t>«Focus Media» — Toshkent Viloyati Maktablarining Yagona Raqamli Axborot Tizimi</a:t>
            </a:r>
            <a:r>
              <a:rPr sz="850">
                <a:solidFill>
                  <a:srgbClr val="64748B"/>
                </a:solidFill>
                <a:latin typeface="Arial"/>
              </a:rPr>
              <a:t>   |   Loyiha tashabbuskori: To‘rabek Abduvoitov (@Torabek_Abduvoitov)   |   Bot: @focusmedia4_bot</a:t>
            </a:r>
            <a:r>
              <a:rPr sz="850" b="1">
                <a:solidFill>
                  <a:srgbClr val="2563EB"/>
                </a:solidFill>
                <a:latin typeface="Arial"/>
              </a:rPr>
              <a:t>   |   1 / 5-sahifa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38912"/>
            <a:ext cx="292608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0" rIns="0" bIns="0"/>
          <a:lstStyle/>
          <a:p>
            <a:pPr algn="l"/>
            <a:r>
              <a:rPr sz="850" b="1">
                <a:solidFill>
                  <a:srgbClr val="1E3A8A"/>
                </a:solidFill>
                <a:latin typeface="Arial"/>
              </a:rPr>
              <a:t>TAHLIL VA DOLZARBLIK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F172A"/>
                </a:solidFill>
                <a:latin typeface="Arial"/>
              </a:rPr>
              <a:t>Mavjud Muammolar va Taklif Qilinayotgan Aniq Yechim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Arial"/>
              </a:rPr>
              <a:t>Ortiqcha gaplarsiz: viloyat ta’lim tizimidagi 3 ta asosiy bo‘shliq va ularning tezkor yechimi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1508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91440" cy="1508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1033272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E3A8A"/>
                </a:solidFill>
                <a:latin typeface="Arial"/>
              </a:rPr>
              <a:t>1. AXBOROT OQIMI VA NAZORAT</a:t>
            </a:r>
          </a:p>
          <a:p>
            <a:pPr>
              <a:spcBef>
                <a:spcPts val="400"/>
              </a:spcBef>
            </a:pPr>
            <a:r>
              <a:rPr sz="950" b="1">
                <a:solidFill>
                  <a:srgbClr val="E11D48"/>
                </a:solidFill>
                <a:latin typeface="Arial"/>
              </a:rPr>
              <a:t>✖  Mavjud Muammo: </a:t>
            </a:r>
            <a:r>
              <a:rPr sz="950">
                <a:solidFill>
                  <a:srgbClr val="334155"/>
                </a:solidFill>
                <a:latin typeface="Arial"/>
              </a:rPr>
              <a:t>900+ maktabdagi ta’lim holati va yutuqlar markazga tarqoq va kechikib yetib keladi. Yagona nazorat bazasi mavjud emas.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059669"/>
                </a:solidFill>
                <a:latin typeface="Arial"/>
              </a:rPr>
              <a:t>✔  Aniq Yechim: </a:t>
            </a:r>
            <a:r>
              <a:rPr sz="950">
                <a:solidFill>
                  <a:srgbClr val="0F172A"/>
                </a:solidFill>
                <a:latin typeface="Arial"/>
              </a:rPr>
              <a:t>Har bir maktab bo‘yicha yagona markazlashgan elektron axborot oqimi. Rahbariyatga har kuni haqqoniy va saralangan ma’lumot beriladi.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81528"/>
            <a:ext cx="10728655" cy="1508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081528"/>
            <a:ext cx="91440" cy="150876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72968"/>
            <a:ext cx="1033272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E11D48"/>
                </a:solidFill>
                <a:latin typeface="Arial"/>
              </a:rPr>
              <a:t>2. NOTO‘G‘RI XABARLARGA TEZKOR RADDIYA</a:t>
            </a:r>
          </a:p>
          <a:p>
            <a:pPr>
              <a:spcBef>
                <a:spcPts val="400"/>
              </a:spcBef>
            </a:pPr>
            <a:r>
              <a:rPr sz="950" b="1">
                <a:solidFill>
                  <a:srgbClr val="E11D48"/>
                </a:solidFill>
                <a:latin typeface="Arial"/>
              </a:rPr>
              <a:t>✖  Mavjud Muammo: </a:t>
            </a:r>
            <a:r>
              <a:rPr sz="950">
                <a:solidFill>
                  <a:srgbClr val="334155"/>
                </a:solidFill>
                <a:latin typeface="Arial"/>
              </a:rPr>
              <a:t>Ijtimoiy tarmoqlardagi mish-mishlar va noto‘g‘ri xabarlarga rasmiy munosabat bildirish 1-2 kunga cho‘zilib ketadi.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059669"/>
                </a:solidFill>
                <a:latin typeface="Arial"/>
              </a:rPr>
              <a:t>✔  Aniq Yechim: </a:t>
            </a:r>
            <a:r>
              <a:rPr sz="950">
                <a:solidFill>
                  <a:srgbClr val="0F172A"/>
                </a:solidFill>
                <a:latin typeface="Arial"/>
              </a:rPr>
              <a:t>«Kiber-Qalqon» tizimi va rasmiy kanallar orqali 15 daqiqada tezkor rasmiy raddiya va tushuntirish beriladi.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00016"/>
            <a:ext cx="10728655" cy="1508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700016"/>
            <a:ext cx="91440" cy="1508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791456"/>
            <a:ext cx="1033272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059669"/>
                </a:solidFill>
                <a:latin typeface="Arial"/>
              </a:rPr>
              <a:t>3. IQTIDORLI YOSHLAR VA FIDOYI USTOZLAR</a:t>
            </a:r>
          </a:p>
          <a:p>
            <a:pPr>
              <a:spcBef>
                <a:spcPts val="400"/>
              </a:spcBef>
            </a:pPr>
            <a:r>
              <a:rPr sz="950" b="1">
                <a:solidFill>
                  <a:srgbClr val="E11D48"/>
                </a:solidFill>
                <a:latin typeface="Arial"/>
              </a:rPr>
              <a:t>✖  Mavjud Muammo: </a:t>
            </a:r>
            <a:r>
              <a:rPr sz="950">
                <a:solidFill>
                  <a:srgbClr val="334155"/>
                </a:solidFill>
                <a:latin typeface="Arial"/>
              </a:rPr>
              <a:t>Fan olimpiadasi va sport chempionlari, ilg‘or ustozlar faqat o‘z maktabi doirasida qolib, keng ommaga ko‘rinmaydi.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059669"/>
                </a:solidFill>
                <a:latin typeface="Arial"/>
              </a:rPr>
              <a:t>✔  Aniq Yechim: </a:t>
            </a:r>
            <a:r>
              <a:rPr sz="950">
                <a:solidFill>
                  <a:srgbClr val="0F172A"/>
                </a:solidFill>
                <a:latin typeface="Arial"/>
              </a:rPr>
              <a:t>«Viloyat Iftixorlari» saralashi orqali iqtidorli o‘quvchilar va fidoyi ustozlarni viloyat va respublika miqyosida tanitish.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382512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Arial"/>
              </a:rPr>
              <a:t>«Focus Media» — Toshkent Viloyati Maktablarining Yagona Raqamli Axborot Tizimi</a:t>
            </a:r>
            <a:r>
              <a:rPr sz="850">
                <a:solidFill>
                  <a:srgbClr val="64748B"/>
                </a:solidFill>
                <a:latin typeface="Arial"/>
              </a:rPr>
              <a:t>   |   Loyiha tashabbuskori: To‘rabek Abduvoitov (@Torabek_Abduvoitov)   |   Bot: @focusmedia4_bot</a:t>
            </a:r>
            <a:r>
              <a:rPr sz="850" b="1">
                <a:solidFill>
                  <a:srgbClr val="2563EB"/>
                </a:solidFill>
                <a:latin typeface="Arial"/>
              </a:rPr>
              <a:t>   |   2 / 5-sahifa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38912"/>
            <a:ext cx="292608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0" rIns="0" bIns="0"/>
          <a:lstStyle/>
          <a:p>
            <a:pPr algn="l"/>
            <a:r>
              <a:rPr sz="850" b="1">
                <a:solidFill>
                  <a:srgbClr val="1E3A8A"/>
                </a:solidFill>
                <a:latin typeface="Arial"/>
              </a:rPr>
              <a:t>KONSEPSIYA VA POYDEVOR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F172A"/>
                </a:solidFill>
                <a:latin typeface="Arial"/>
              </a:rPr>
              <a:t>«Focus Media» Axborot Tizimining 3 Asosiy Ustuni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Arial"/>
              </a:rPr>
              <a:t>Internetda xavfsizlik, milliy ibratli kontent va yoshlarni bepul kasbga yo‘naltirish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463040"/>
            <a:ext cx="3687775" cy="4617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lustr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54480"/>
            <a:ext cx="3504895" cy="19568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09560" y="3611880"/>
            <a:ext cx="3413455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E3A8A"/>
                </a:solidFill>
                <a:latin typeface="Arial"/>
              </a:rPr>
              <a:t>ZAMONAVIY MEDIA STUDIYA</a:t>
            </a:r>
          </a:p>
          <a:p>
            <a:pPr>
              <a:spcBef>
                <a:spcPts val="400"/>
              </a:spcBef>
            </a:pPr>
            <a:r>
              <a:rPr sz="900">
                <a:solidFill>
                  <a:srgbClr val="334155"/>
                </a:solidFill>
                <a:latin typeface="Arial"/>
              </a:rPr>
              <a:t>Har bir maktabning mavjud texnik imkoniyatlari (smartfon, noutbuk) asosida to‘liq raqamli media xizmati yo‘lga qo‘yiladi.</a:t>
            </a:r>
          </a:p>
          <a:p>
            <a:pPr>
              <a:spcBef>
                <a:spcPts val="600"/>
              </a:spcBef>
            </a:pPr>
            <a:r>
              <a:rPr sz="850" b="1">
                <a:solidFill>
                  <a:srgbClr val="059669"/>
                </a:solidFill>
                <a:latin typeface="Arial"/>
              </a:rPr>
              <a:t>✔ Qo‘shimcha byudjet talab etmaydi
✔ 100% yoshlar amaliy ijodi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6858000" cy="144475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73152" cy="14447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54480"/>
            <a:ext cx="6583680" cy="12618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1E3A8A"/>
                </a:solidFill>
                <a:latin typeface="Arial"/>
              </a:rPr>
              <a:t>1-USTUN: RAQAMLI TIZIM VA INTERNET XAVFSIZLIGI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Yagona Telegram Bot (@focusmedia4_bot): </a:t>
            </a:r>
            <a:r>
              <a:rPr sz="880">
                <a:solidFill>
                  <a:srgbClr val="334155"/>
                </a:solidFill>
                <a:latin typeface="Arial"/>
              </a:rPr>
              <a:t>24/7 rejimida viloyat yangiliklari, sharhlar va murojaat qabuli.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Elektron Tahlil Sahifasi: </a:t>
            </a:r>
            <a:r>
              <a:rPr sz="880">
                <a:solidFill>
                  <a:srgbClr val="334155"/>
                </a:solidFill>
                <a:latin typeface="Arial"/>
              </a:rPr>
              <a:t>Viloyat ta’lim boshqarmasi uchun ochiq, shaffof va tahliliy ma’lumotlar bazasi.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«Kiber-Qalqon» Dasturi: </a:t>
            </a:r>
            <a:r>
              <a:rPr sz="880">
                <a:solidFill>
                  <a:srgbClr val="334155"/>
                </a:solidFill>
                <a:latin typeface="Arial"/>
              </a:rPr>
              <a:t>O‘quvchilar va ota-onalar uchun shaxsiy ma’lumotlarni asrash va internet xavfsizligi.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44952"/>
            <a:ext cx="6858000" cy="144475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044952"/>
            <a:ext cx="73152" cy="14447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36392"/>
            <a:ext cx="6583680" cy="12618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2563EB"/>
                </a:solidFill>
                <a:latin typeface="Arial"/>
              </a:rPr>
              <a:t>2-USTUN: MILLIY VA IBRATLI MAZMUN-MUNDARIJA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«Hafta Sarasi» Xabarlari: </a:t>
            </a:r>
            <a:r>
              <a:rPr sz="880">
                <a:solidFill>
                  <a:srgbClr val="334155"/>
                </a:solidFill>
                <a:latin typeface="Arial"/>
              </a:rPr>
              <a:t>Har hafta viloyat maktablaridagi namunali ochiq darslar va yutuqlar sarasi.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«Focus Suhbat» Ovozli Muloqoti: </a:t>
            </a:r>
            <a:r>
              <a:rPr sz="880">
                <a:solidFill>
                  <a:srgbClr val="334155"/>
                </a:solidFill>
                <a:latin typeface="Arial"/>
              </a:rPr>
              <a:t>Tajribali ustozlar va namunali yetakchi o‘quvchilar bilan ibratli suhbatlar.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«Viloyat Iftixorlari» Saralashi: </a:t>
            </a:r>
            <a:r>
              <a:rPr sz="880">
                <a:solidFill>
                  <a:srgbClr val="334155"/>
                </a:solidFill>
                <a:latin typeface="Arial"/>
              </a:rPr>
              <a:t>Xalqaro fan va sport chempionlarini viloyat faxriga aylantirish.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26864"/>
            <a:ext cx="6858000" cy="144475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626864"/>
            <a:ext cx="73152" cy="144475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18304"/>
            <a:ext cx="6583680" cy="12618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0E7490"/>
                </a:solidFill>
                <a:latin typeface="Arial"/>
              </a:rPr>
              <a:t>3-USTUN: TEJAMKOR STUDIYA VA BEPUL KASB-HUNAR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Tejamkor Mobil Studiya: </a:t>
            </a:r>
            <a:r>
              <a:rPr sz="880">
                <a:solidFill>
                  <a:srgbClr val="334155"/>
                </a:solidFill>
                <a:latin typeface="Arial"/>
              </a:rPr>
              <a:t>Mavjud smartfon va kompyuterlar negizida maktab media-burchagi faoliyati.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5,000+ Yoshlarni Kasbga Yo‘naltirish: </a:t>
            </a:r>
            <a:r>
              <a:rPr sz="880">
                <a:solidFill>
                  <a:srgbClr val="334155"/>
                </a:solidFill>
                <a:latin typeface="Arial"/>
              </a:rPr>
              <a:t>Ijtimoiy tarmoqlar, video tasvirga olish, montaj va jurnalistika bo‘yicha bepul amaliyot.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0F172A"/>
                </a:solidFill>
                <a:latin typeface="Arial"/>
              </a:rPr>
              <a:t>● Maktab Ma’muriyatiga Yordamchi: </a:t>
            </a:r>
            <a:r>
              <a:rPr sz="880">
                <a:solidFill>
                  <a:srgbClr val="334155"/>
                </a:solidFill>
                <a:latin typeface="Arial"/>
              </a:rPr>
              <a:t>Maktabning ijobiy nufuzini yuksaltiruvchi tayyor o‘quvchilar jamoasi.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82512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Arial"/>
              </a:rPr>
              <a:t>«Focus Media» — Toshkent Viloyati Maktablarining Yagona Raqamli Axborot Tizimi</a:t>
            </a:r>
            <a:r>
              <a:rPr sz="850">
                <a:solidFill>
                  <a:srgbClr val="64748B"/>
                </a:solidFill>
                <a:latin typeface="Arial"/>
              </a:rPr>
              <a:t>   |   Loyiha tashabbuskori: To‘rabek Abduvoitov (@Torabek_Abduvoitov)   |   Bot: @focusmedia4_bot</a:t>
            </a:r>
            <a:r>
              <a:rPr sz="850" b="1">
                <a:solidFill>
                  <a:srgbClr val="2563EB"/>
                </a:solidFill>
                <a:latin typeface="Arial"/>
              </a:rPr>
              <a:t>   |   3 / 5-sahifa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38912"/>
            <a:ext cx="292608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0" rIns="0" bIns="0"/>
          <a:lstStyle/>
          <a:p>
            <a:pPr algn="l"/>
            <a:r>
              <a:rPr sz="850" b="1">
                <a:solidFill>
                  <a:srgbClr val="1E3A8A"/>
                </a:solidFill>
                <a:latin typeface="Arial"/>
              </a:rPr>
              <a:t>BOSHQARUV VA IJRO MEXANIZMI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F172A"/>
                </a:solidFill>
                <a:latin typeface="Arial"/>
              </a:rPr>
              <a:t>Maktab Media Tuzilmasi va Bosqichma-bosqich Reja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Arial"/>
              </a:rPr>
              <a:t>Qo‘shimcha shtatsiz boshqaruv tuzilmasi va viloyat bo‘yicha tizimli joriy etish yo‘li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57800" cy="4617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5780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E3A8A"/>
                </a:solidFill>
                <a:latin typeface="Arial"/>
              </a:rPr>
              <a:t>MAKTAB MEDIA GURUHI (4 BO‘G‘IN)</a:t>
            </a:r>
          </a:p>
          <a:p>
            <a:pPr>
              <a:spcBef>
                <a:spcPts val="1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01. Mas’ul Rahbar (Yetakchi)
</a:t>
            </a:r>
            <a:r>
              <a:rPr sz="850">
                <a:solidFill>
                  <a:srgbClr val="334155"/>
                </a:solidFill>
                <a:latin typeface="Arial"/>
              </a:rPr>
              <a:t>Yoshlar yetakchisi yoki Informatika ustozi. Rejalashtirish, ta’lim bo‘limi bilan aloqa va umumiy nazorat.</a:t>
            </a:r>
          </a:p>
          <a:p>
            <a:pPr>
              <a:spcBef>
                <a:spcPts val="1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02. Tasvir va Montaj Guruhi
</a:t>
            </a:r>
            <a:r>
              <a:rPr sz="850">
                <a:solidFill>
                  <a:srgbClr val="334155"/>
                </a:solidFill>
                <a:latin typeface="Arial"/>
              </a:rPr>
              <a:t>2-3 nafar iqtidorli o‘quvchi. Maktab tadbirlarini tezkor tasvirga olish va videolarni montaj qilish.</a:t>
            </a:r>
          </a:p>
          <a:p>
            <a:pPr>
              <a:spcBef>
                <a:spcPts val="1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03. Grafik Dizayn Bo‘limi
</a:t>
            </a:r>
            <a:r>
              <a:rPr sz="850">
                <a:solidFill>
                  <a:srgbClr val="334155"/>
                </a:solidFill>
                <a:latin typeface="Arial"/>
              </a:rPr>
              <a:t>1-2 nafar o‘quvchi. Rasmiy e’lonlar, posterlar va qulay infografik materiallarni tayyorlash.</a:t>
            </a:r>
          </a:p>
          <a:p>
            <a:pPr>
              <a:spcBef>
                <a:spcPts val="1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04. Yosh Qalamkashlar Guruhi
</a:t>
            </a:r>
            <a:r>
              <a:rPr sz="850">
                <a:solidFill>
                  <a:srgbClr val="334155"/>
                </a:solidFill>
                <a:latin typeface="Arial"/>
              </a:rPr>
              <a:t>2-3 nafar ijodkor o‘quvchi. Qisqa maqolalar, ustoz va tengdoshlar bilan muloqot hamda xabarlar tayyorlash.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463040"/>
            <a:ext cx="5257800" cy="4617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463040"/>
            <a:ext cx="52578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645920"/>
            <a:ext cx="480060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AMALGA OSHIRISH REJASI (4 ANIQ BOSQICH)</a:t>
            </a:r>
          </a:p>
          <a:p>
            <a:pPr>
              <a:spcBef>
                <a:spcPts val="1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1-BOSQICH: Me’yoriy Asos va Tayanch Maktablar
</a:t>
            </a:r>
            <a:r>
              <a:rPr sz="850">
                <a:solidFill>
                  <a:srgbClr val="334155"/>
                </a:solidFill>
                <a:latin typeface="Arial"/>
              </a:rPr>
              <a:t>Boshqarma buyrug‘ini qabul qilish hamda 22 ta tuman va shaharda 1 tadan (jami 22 ta) namunali tayanch maktabini belgilash.</a:t>
            </a:r>
          </a:p>
          <a:p>
            <a:pPr>
              <a:spcBef>
                <a:spcPts val="1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2-BOSQICH: Amaliy O‘quv va Yagona Standartlar
</a:t>
            </a:r>
            <a:r>
              <a:rPr sz="850">
                <a:solidFill>
                  <a:srgbClr val="334155"/>
                </a:solidFill>
                <a:latin typeface="Arial"/>
              </a:rPr>
              <a:t>22 ta tayanch maktab media guruhlari uchun 3 kunlik qisqa amaliy o‘quv o‘tkazish va yagona me’yorlarni tarqatish.</a:t>
            </a:r>
          </a:p>
          <a:p>
            <a:pPr>
              <a:spcBef>
                <a:spcPts val="1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3-BOSQICH: Raqamli Tizim va «Focus Bot»
</a:t>
            </a:r>
            <a:r>
              <a:rPr sz="850">
                <a:solidFill>
                  <a:srgbClr val="334155"/>
                </a:solidFill>
                <a:latin typeface="Arial"/>
              </a:rPr>
              <a:t>«Focus Bot» va elektron sahifani to‘liq ishga tushirish, haftalik tahliliy xabarlarni uzatish va «Kiber-Qalqon» tizimini ulash.</a:t>
            </a:r>
          </a:p>
          <a:p>
            <a:pPr>
              <a:spcBef>
                <a:spcPts val="1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4-BOSQICH: Viloyat Bo‘yicha To‘liq Qamrov
</a:t>
            </a:r>
            <a:r>
              <a:rPr sz="850">
                <a:solidFill>
                  <a:srgbClr val="334155"/>
                </a:solidFill>
                <a:latin typeface="Arial"/>
              </a:rPr>
              <a:t>Tizimni viloyatdagi barcha 900+ maktabga tatbiq etish, har oy yakuni bo‘yicha natijalar saralashini chiqarish va Viloyat Anjumanini o‘tkazish.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Arial"/>
              </a:rPr>
              <a:t>«Focus Media» — Toshkent Viloyati Maktablarining Yagona Raqamli Axborot Tizimi</a:t>
            </a:r>
            <a:r>
              <a:rPr sz="850">
                <a:solidFill>
                  <a:srgbClr val="64748B"/>
                </a:solidFill>
                <a:latin typeface="Arial"/>
              </a:rPr>
              <a:t>   |   Loyiha tashabbuskori: To‘rabek Abduvoitov (@Torabek_Abduvoitov)   |   Bot: @focusmedia4_bot</a:t>
            </a:r>
            <a:r>
              <a:rPr sz="850" b="1">
                <a:solidFill>
                  <a:srgbClr val="2563EB"/>
                </a:solidFill>
                <a:latin typeface="Arial"/>
              </a:rPr>
              <a:t>   |   4 / 5-sahifa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38912"/>
            <a:ext cx="292608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0" rIns="0" bIns="0"/>
          <a:lstStyle/>
          <a:p>
            <a:pPr algn="l"/>
            <a:r>
              <a:rPr sz="850" b="1">
                <a:solidFill>
                  <a:srgbClr val="1E3A8A"/>
                </a:solidFill>
                <a:latin typeface="Arial"/>
              </a:rPr>
              <a:t>SAMARADORLIK VA ASOSIY FOYDA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F172A"/>
                </a:solidFill>
                <a:latin typeface="Arial"/>
              </a:rPr>
              <a:t>Kutilayotgan Natijalar va Rahbariyat Uchun Asosiy Foyda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Arial"/>
              </a:rPr>
              <a:t>Viloyat ta’lim tizimida erishiladigan aniq ko‘rsatkichlar va strategik yutuqlar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438912"/>
            <a:ext cx="1005840" cy="1005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2542032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91440"/>
          <a:lstStyle/>
          <a:p>
            <a:pPr algn="ctr"/>
            <a:r>
              <a:rPr sz="2000" b="1">
                <a:solidFill>
                  <a:srgbClr val="1E3A8A"/>
                </a:solidFill>
                <a:latin typeface="Arial"/>
              </a:rPr>
              <a:t>100% Qamrov</a:t>
            </a:r>
          </a:p>
          <a:p>
            <a:pPr>
              <a:spcBef>
                <a:spcPts val="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22 Ta Hudud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64748B"/>
                </a:solidFill>
                <a:latin typeface="Arial"/>
              </a:rPr>
              <a:t>Viloyatning barcha 22 ta tuman va shahri (900+ maktab) yagona tizimga ulanadi.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542032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56432" y="1463040"/>
            <a:ext cx="2542032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91440"/>
          <a:lstStyle/>
          <a:p>
            <a:pPr algn="ctr"/>
            <a:r>
              <a:rPr sz="2000" b="1">
                <a:solidFill>
                  <a:srgbClr val="E11D48"/>
                </a:solidFill>
                <a:latin typeface="Arial"/>
              </a:rPr>
              <a:t>15 Daqiqa</a:t>
            </a:r>
          </a:p>
          <a:p>
            <a:pPr>
              <a:spcBef>
                <a:spcPts val="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Tezkor Raddiya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64748B"/>
                </a:solidFill>
                <a:latin typeface="Arial"/>
              </a:rPr>
              <a:t>Ijtimoiy tarmoqlardagi mish-mish va yolg‘on xabarlarga rasmiy javob berish vaqti.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6432" y="1463040"/>
            <a:ext cx="2542032" cy="54864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344" y="1463040"/>
            <a:ext cx="2542032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91440"/>
          <a:lstStyle/>
          <a:p>
            <a:pPr algn="ctr"/>
            <a:r>
              <a:rPr sz="2000" b="1">
                <a:solidFill>
                  <a:srgbClr val="059669"/>
                </a:solidFill>
                <a:latin typeface="Arial"/>
              </a:rPr>
              <a:t>5,000+ Yoshlar</a:t>
            </a:r>
          </a:p>
          <a:p>
            <a:pPr>
              <a:spcBef>
                <a:spcPts val="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Kasbga Yo‘naltirish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64748B"/>
                </a:solidFill>
                <a:latin typeface="Arial"/>
              </a:rPr>
              <a:t>Ijtimoiy tarmoqlar, tasvirga olish, montaj va jurnalistikaga bepul o‘qitiladi.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463040"/>
            <a:ext cx="254203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06256" y="1463040"/>
            <a:ext cx="2542032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91440"/>
          <a:lstStyle/>
          <a:p>
            <a:pPr algn="ctr"/>
            <a:r>
              <a:rPr sz="2000" b="1">
                <a:solidFill>
                  <a:srgbClr val="D97706"/>
                </a:solidFill>
                <a:latin typeface="Arial"/>
              </a:rPr>
              <a:t>0 So‘m</a:t>
            </a:r>
          </a:p>
          <a:p>
            <a:pPr>
              <a:spcBef>
                <a:spcPts val="200"/>
              </a:spcBef>
            </a:pPr>
            <a:r>
              <a:rPr sz="950" b="1">
                <a:solidFill>
                  <a:srgbClr val="0F172A"/>
                </a:solidFill>
                <a:latin typeface="Arial"/>
              </a:rPr>
              <a:t>Byudjet Tejamkorligi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64748B"/>
                </a:solidFill>
                <a:latin typeface="Arial"/>
              </a:rPr>
              <a:t>Qo‘shimcha shtat talab etmaydi; maktablarning mavjud texnik bazasi hisobiga ishlaydi.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06256" y="1463040"/>
            <a:ext cx="254203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3063240"/>
            <a:ext cx="3456432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37160"/>
          <a:lstStyle/>
          <a:p>
            <a:pPr algn="ctr"/>
            <a:r>
              <a:rPr sz="1050" b="1">
                <a:solidFill>
                  <a:srgbClr val="1E3A8A"/>
                </a:solidFill>
                <a:latin typeface="Arial"/>
              </a:rPr>
              <a:t>✔  DOIMIY NAZORAT VA SHAFFOFLIK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334155"/>
                </a:solidFill>
                <a:latin typeface="Arial"/>
              </a:rPr>
              <a:t>Har bir maktabdagi ta’lim sifati, o‘quvchilar yutuqlari va muammolari bo‘yicha viloyat rahbariyatiga har kuni haqqoniy va saralangan axborot oqimi kafolatlanadi.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063240"/>
            <a:ext cx="3456432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0832" y="3063240"/>
            <a:ext cx="3456432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37160"/>
          <a:lstStyle/>
          <a:p>
            <a:pPr algn="ctr"/>
            <a:r>
              <a:rPr sz="1050" b="1">
                <a:solidFill>
                  <a:srgbClr val="2563EB"/>
                </a:solidFill>
                <a:latin typeface="Arial"/>
              </a:rPr>
              <a:t>✔  VILOYAT YOSHLARI VA USTOZLAR NUFUZI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334155"/>
                </a:solidFill>
                <a:latin typeface="Arial"/>
              </a:rPr>
              <a:t>Olimpiada g‘oliblari, sport chempionlari va fidoyi ustozlar viloyat va respublika miqyosida e’tirof etilib, viloyatning nufuzi mustahkamlanadi.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3063240"/>
            <a:ext cx="345643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10144" y="3063240"/>
            <a:ext cx="3456432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 rIns="182880" bIns="137160"/>
          <a:lstStyle/>
          <a:p>
            <a:pPr algn="ctr"/>
            <a:r>
              <a:rPr sz="1050" b="1">
                <a:solidFill>
                  <a:srgbClr val="059669"/>
                </a:solidFill>
                <a:latin typeface="Arial"/>
              </a:rPr>
              <a:t>✔  INTERNETDA XAVFSIZLIK VA SOG‘LOM MUHIT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334155"/>
                </a:solidFill>
                <a:latin typeface="Arial"/>
              </a:rPr>
              <a:t>«Kiber-Qalqon» dasturi orqali o‘quvchilar va ota-onalar internetdagi xavflar, firibgarlik va yot g‘oyalardan mustahkam himoyalanadi.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0144" y="3063240"/>
            <a:ext cx="345643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5257800"/>
            <a:ext cx="10728655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 bIns="91440"/>
          <a:lstStyle/>
          <a:p>
            <a:pPr algn="ctr"/>
            <a:r>
              <a:rPr sz="1000" b="1">
                <a:solidFill>
                  <a:srgbClr val="1E3A8A"/>
                </a:solidFill>
                <a:latin typeface="Arial"/>
              </a:rPr>
              <a:t>«Focus Media — Toshkent viloyati yoshlarining intellektual salohiyati va zamonaviy qiyofasini namoyon etuvchi raqamli ko‘zgudir!»</a:t>
            </a:r>
          </a:p>
          <a:p>
            <a:pPr>
              <a:spcBef>
                <a:spcPts val="400"/>
              </a:spcBef>
            </a:pPr>
            <a:r>
              <a:rPr sz="900" b="1">
                <a:solidFill>
                  <a:srgbClr val="2563EB"/>
                </a:solidFill>
                <a:latin typeface="Arial"/>
              </a:rPr>
              <a:t>Loyiha Tashabbuskori: To‘rabek Abduvoitov   |   Telegram: @Torabek_Abduvoitov   |   Bot: @focusmedia4_bot   |   Sahifa: focus-media-toshkent.vercel.app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382512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Arial"/>
              </a:rPr>
              <a:t>«Focus Media» — Toshkent Viloyati Maktablarining Yagona Raqamli Axborot Tizimi</a:t>
            </a:r>
            <a:r>
              <a:rPr sz="850">
                <a:solidFill>
                  <a:srgbClr val="64748B"/>
                </a:solidFill>
                <a:latin typeface="Arial"/>
              </a:rPr>
              <a:t>   |   Loyiha tashabbuskori: To‘rabek Abduvoitov (@Torabek_Abduvoitov)   |   Bot: @focusmedia4_bot</a:t>
            </a:r>
            <a:r>
              <a:rPr sz="850" b="1">
                <a:solidFill>
                  <a:srgbClr val="2563EB"/>
                </a:solidFill>
                <a:latin typeface="Arial"/>
              </a:rPr>
              <a:t>   |   5 / 5-sahifa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