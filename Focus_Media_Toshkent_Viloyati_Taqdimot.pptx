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53035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 rIns="0"/>
          <a:lstStyle/>
          <a:p>
            <a:pPr algn="ctr"/>
            <a:r>
              <a:rPr sz="900" b="1">
                <a:solidFill>
                  <a:srgbClr val="1E3A8A"/>
                </a:solidFill>
                <a:latin typeface="Arial"/>
              </a:rPr>
              <a:t>TOSHKENT VILOYATI HOKIMLIGI  |  MAKTAB TA’LIMI BOSHQARMASI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Arial"/>
              </a:rPr>
              <a:t>«FOCUS MEDIA»</a:t>
            </a:r>
            <a:r>
              <a:rPr sz="2200" b="1">
                <a:solidFill>
                  <a:srgbClr val="2563EB"/>
                </a:solidFill>
                <a:latin typeface="Arial"/>
              </a:rPr>
              <a:t> — Toshkent Viloyati Umumta’lim Maktablari Yagona Raqamli Tizimi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64748B"/>
                </a:solidFill>
                <a:latin typeface="Arial"/>
              </a:rPr>
              <a:t>Viloyat ta’lim tizimida axborot boshqaruvi, ochiqlik, media-savodxonlik va yoshlar iqtidorini yagona tizimga birlashtiruvchi loyiha.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728655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 rIns="274320" bIns="137160"/>
          <a:lstStyle/>
          <a:p>
            <a:pPr algn="ctr"/>
            <a:r>
              <a:rPr sz="950" b="1">
                <a:solidFill>
                  <a:srgbClr val="2563EB"/>
                </a:solidFill>
                <a:latin typeface="Arial"/>
              </a:rPr>
              <a:t>LOYIHA BOSH G‘OYASI: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«Focus Media — bu shunchaki axborot kanali emas, balki Toshkent viloyati yoshlarining intellektual salohiyati, vatanparvarligi va zamonaviy imijini namoyon etuvchi raqamli ko‘zgudir!»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972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 bIns="137160"/>
          <a:lstStyle/>
          <a:p>
            <a:pPr algn="ctr"/>
            <a:r>
              <a:rPr sz="850" b="1">
                <a:solidFill>
                  <a:srgbClr val="1E3A8A"/>
                </a:solidFill>
                <a:latin typeface="Arial"/>
              </a:rPr>
              <a:t>HUDUDIY QAMROV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22 Ta Hudud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Toshkent viloyatining barcha tuman va shaharlari (900+ maktab)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2542032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 bIns="137160"/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AUDITORIYA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500,000+ Ishtirokchi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Viloyat o‘quvchilari, ota-onalar va 50,000+ pedagog jamoasi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3520440"/>
            <a:ext cx="25420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 bIns="137160"/>
          <a:lstStyle/>
          <a:p>
            <a:pPr algn="ctr"/>
            <a:r>
              <a:rPr sz="850" b="1">
                <a:solidFill>
                  <a:srgbClr val="059669"/>
                </a:solidFill>
                <a:latin typeface="Arial"/>
              </a:rPr>
              <a:t>BYUDJET YONDASHUVI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Kam Xarajatli (Low-Cost)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Qo‘shimcha shtat talab etmaydi; maktablarning mavjud bazasi asosida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3520440"/>
            <a:ext cx="254203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 bIns="137160"/>
          <a:lstStyle/>
          <a:p>
            <a:pPr algn="ctr"/>
            <a:r>
              <a:rPr sz="850" b="1">
                <a:solidFill>
                  <a:srgbClr val="D97706"/>
                </a:solidFill>
                <a:latin typeface="Arial"/>
              </a:rPr>
              <a:t>JORIY ETISH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4 Bosqichda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1 oyda 22 ta pilot tayanch maktabi, 4 oyda viloyat to‘liq qamrovi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3520440"/>
            <a:ext cx="254203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8655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/>
            <a:r>
              <a:rPr sz="1000">
                <a:solidFill>
                  <a:srgbClr val="64748B"/>
                </a:solidFill>
                <a:latin typeface="Arial"/>
              </a:rPr>
              <a:t>Loyiha Tashabbuskori: </a:t>
            </a:r>
            <a:r>
              <a:rPr sz="1000" b="1">
                <a:solidFill>
                  <a:srgbClr val="0F172A"/>
                </a:solidFill>
                <a:latin typeface="Arial"/>
              </a:rPr>
              <a:t>To‘rabek Abduvoitov</a:t>
            </a:r>
            <a:r>
              <a:rPr sz="1000">
                <a:solidFill>
                  <a:srgbClr val="64748B"/>
                </a:solidFill>
                <a:latin typeface="Arial"/>
              </a:rPr>
              <a:t>   |   Telegram: </a:t>
            </a:r>
            <a:r>
              <a:rPr sz="1000" b="1">
                <a:solidFill>
                  <a:srgbClr val="2563EB"/>
                </a:solidFill>
                <a:latin typeface="Arial"/>
              </a:rPr>
              <a:t>@Torabek_Abduvoitov</a:t>
            </a:r>
            <a:r>
              <a:rPr sz="1000">
                <a:solidFill>
                  <a:srgbClr val="64748B"/>
                </a:solidFill>
                <a:latin typeface="Arial"/>
              </a:rPr>
              <a:t>   |   Rasmiy Bot: </a:t>
            </a:r>
            <a:r>
              <a:rPr sz="1000" b="1">
                <a:solidFill>
                  <a:srgbClr val="1E3A8A"/>
                </a:solidFill>
                <a:latin typeface="Arial"/>
              </a:rPr>
              <a:t>@focusmedia4_bot</a:t>
            </a:r>
            <a:r>
              <a:rPr sz="1000">
                <a:solidFill>
                  <a:srgbClr val="64748B"/>
                </a:solidFill>
                <a:latin typeface="Arial"/>
              </a:rPr>
              <a:t>   |   Elektron Portal: </a:t>
            </a:r>
            <a:r>
              <a:rPr sz="1000" b="1">
                <a:solidFill>
                  <a:srgbClr val="059669"/>
                </a:solidFill>
                <a:latin typeface="Arial"/>
              </a:rPr>
              <a:t>focus-media-toshkent.vercel.app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Maktablari Yagona Raqamli Media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STRATEGIK TAHLIL VA DOLZARBLIK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Mavjud Muammolar va Taklif Qilinayotgan Tizimli Yechim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Viloyat maktablaridagi axborot bo‘shliqlarini zamonaviy raqamli mexanizmlar bilan bartaraf etish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91440" cy="1508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332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1. AXBOROT OQIMI VA MONITORING NAZORATI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E11D48"/>
                </a:solidFill>
                <a:latin typeface="Arial"/>
              </a:rPr>
              <a:t>✖  Mavjud Holat (Muammo): </a:t>
            </a:r>
            <a:r>
              <a:rPr sz="950">
                <a:solidFill>
                  <a:srgbClr val="334155"/>
                </a:solidFill>
                <a:latin typeface="Arial"/>
              </a:rPr>
              <a:t>22 ta tuman va shahardagi 900+ maktabdagi ta’lim jarayonlari, yutuqlar va muammolar markazga tarqoq, kechikib va tizimsiz yetib keladi. Yagona tahliliy baza mavjud emas.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59669"/>
                </a:solidFill>
                <a:latin typeface="Arial"/>
              </a:rPr>
              <a:t>✔  «Focus Media» Yechimi: </a:t>
            </a:r>
            <a:r>
              <a:rPr sz="950">
                <a:solidFill>
                  <a:srgbClr val="0F172A"/>
                </a:solidFill>
                <a:latin typeface="Arial"/>
              </a:rPr>
              <a:t>Har bir maktab va tuman bo‘yicha yagona markazlashgan elektron axborot oqimi. Rahbariyat har kuni haqqoniy, filtrlangan va tezkor axborotga ega bo‘ladi.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81528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81528"/>
            <a:ext cx="91440" cy="1508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10332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11D48"/>
                </a:solidFill>
                <a:latin typeface="Arial"/>
              </a:rPr>
              <a:t>2. AXBOROT XAVFSIZLIGI VA FEYKLARGA RADDIYA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E11D48"/>
                </a:solidFill>
                <a:latin typeface="Arial"/>
              </a:rPr>
              <a:t>✖  Mavjud Holat (Muammo): </a:t>
            </a:r>
            <a:r>
              <a:rPr sz="950">
                <a:solidFill>
                  <a:srgbClr val="334155"/>
                </a:solidFill>
                <a:latin typeface="Arial"/>
              </a:rPr>
              <a:t>Ijtimoiy tarmoqlardagi feyk xabarlar, asossiz mish-mishlar va salbiy rezonanslarga rasmiy munosabat bildirish 24–48 soatgacha cho‘zilib ketadi.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59669"/>
                </a:solidFill>
                <a:latin typeface="Arial"/>
              </a:rPr>
              <a:t>✔  «Focus Media» Yechimi: </a:t>
            </a:r>
            <a:r>
              <a:rPr sz="950">
                <a:solidFill>
                  <a:srgbClr val="0F172A"/>
                </a:solidFill>
                <a:latin typeface="Arial"/>
              </a:rPr>
              <a:t>«Kiber-Qalqon» dasturi va tasdiqlangan rasmiy media kanallar orqali 15 daqiqada tezkor rasmiy raddiya va tushuntirish berish mexanizmi joriy etiladi.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0016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00016"/>
            <a:ext cx="91440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91456"/>
            <a:ext cx="10332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Arial"/>
              </a:rPr>
              <a:t>3. VILOYAT YOSHLARI VA USTOZLAR NUFUZI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E11D48"/>
                </a:solidFill>
                <a:latin typeface="Arial"/>
              </a:rPr>
              <a:t>✖  Mavjud Holat (Muammo): </a:t>
            </a:r>
            <a:r>
              <a:rPr sz="950">
                <a:solidFill>
                  <a:srgbClr val="334155"/>
                </a:solidFill>
                <a:latin typeface="Arial"/>
              </a:rPr>
              <a:t>Olimpiada va sport chempionlari, innovatsion loyihalar yaratuvchi o‘quvchilar va ilg‘or pedagog ustozlar faqat o‘z maktabi doirasida tanilib, keng jamoatchilikka ko‘rinmaydi.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59669"/>
                </a:solidFill>
                <a:latin typeface="Arial"/>
              </a:rPr>
              <a:t>✔  «Focus Media» Yechimi: </a:t>
            </a:r>
            <a:r>
              <a:rPr sz="950">
                <a:solidFill>
                  <a:srgbClr val="0F172A"/>
                </a:solidFill>
                <a:latin typeface="Arial"/>
              </a:rPr>
              <a:t>«Viloyat Iftixorlari» elektron reytingi orqali iqtidorli yoshlar va fidoyi ustozlarni viloyat va respublika miqyosida brend darajasiga ko‘tarish.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Maktablari Yagona Raqamli Media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KONSEPSIYA VA TIZIM ARXITEKTURASI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«Focus Media» Axborot Tizimining 3 Asosiy Ustuni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Raqamli boshqaruv platformasi, milliy media-kontent portfeli va yoshlarni bepul kasbga yo‘naltirish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56432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90672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1-USTUN: RAQAMLI PLATFORMA &amp; KIBER-XAVFSIZLIK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Yagona Telegram Bot (@focusmedia4_bot):
</a:t>
            </a:r>
            <a:r>
              <a:rPr sz="900">
                <a:solidFill>
                  <a:srgbClr val="334155"/>
                </a:solidFill>
                <a:latin typeface="Arial"/>
              </a:rPr>
              <a:t>24/7 rejimida viloyat yangiliklari, rasmiy dayjestlar, murojaatlar va 22 ta tuman reestri.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Veb-Monitoring Portali:
</a:t>
            </a:r>
            <a:r>
              <a:rPr sz="900">
                <a:solidFill>
                  <a:srgbClr val="334155"/>
                </a:solidFill>
                <a:latin typeface="Arial"/>
              </a:rPr>
              <a:t>Viloyat ta’lim boshqarmasi va hokimlik uchun ochiq, shaffof va tahliliy elektron platforma.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«Kiber-Qalqon» Dasturi:
</a:t>
            </a:r>
            <a:r>
              <a:rPr sz="900">
                <a:solidFill>
                  <a:srgbClr val="334155"/>
                </a:solidFill>
                <a:latin typeface="Arial"/>
              </a:rPr>
              <a:t>O‘quvchilar va ota-onalar uchun kibergigiyena, shaxsiy ma’lumotlar himoyasi va kiberbullingdan saqlanish ko‘nikmalari.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463040"/>
            <a:ext cx="34564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45920"/>
            <a:ext cx="3090672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2-USTUN: MILLIY MEDIA-KONTENT VA TARG‘IBOT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«Hafta Nigohi» Tahliliy Dayjesti:
</a:t>
            </a:r>
            <a:r>
              <a:rPr sz="900">
                <a:solidFill>
                  <a:srgbClr val="334155"/>
                </a:solidFill>
                <a:latin typeface="Arial"/>
              </a:rPr>
              <a:t>Har hafta viloyat maktablaridagi namunali ochiq darslar, ilmiy yutuqlar va ta’limiy loyihalar sarasi.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«Focus Suhbat» Ma’rifiy Podkasti:
</a:t>
            </a:r>
            <a:r>
              <a:rPr sz="900">
                <a:solidFill>
                  <a:srgbClr val="334155"/>
                </a:solidFill>
                <a:latin typeface="Arial"/>
              </a:rPr>
              <a:t>Ziyolilar, faxriy ustozlar, namunali yetakchi o‘quvchilar bilan blits-intervyular va mahorat darslari.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«Viloyat Iftixorlari» Reytingi:
</a:t>
            </a:r>
            <a:r>
              <a:rPr sz="900">
                <a:solidFill>
                  <a:srgbClr val="334155"/>
                </a:solidFill>
                <a:latin typeface="Arial"/>
              </a:rPr>
              <a:t>Xalqaro fan olimpiadalari, IT tanlovlari va sport chempionlari haqida maxsus ruknlar.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463040"/>
            <a:ext cx="345643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645920"/>
            <a:ext cx="3090672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3-USTUN: KAM XARAJATLI STUDIYA &amp; KASBLAR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Low-Cost Mobil Studiya Modeli:
</a:t>
            </a:r>
            <a:r>
              <a:rPr sz="900">
                <a:solidFill>
                  <a:srgbClr val="334155"/>
                </a:solidFill>
                <a:latin typeface="Arial"/>
              </a:rPr>
              <a:t>Qo‘shimcha qimmat xaridlarsiz, har bir maktabning mavjud smartfon va kompyuterlari negizida media-burchak.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5,000+ Yoshlarni Kasbga Yo‘naltirish:
</a:t>
            </a:r>
            <a:r>
              <a:rPr sz="900">
                <a:solidFill>
                  <a:srgbClr val="334155"/>
                </a:solidFill>
                <a:latin typeface="Arial"/>
              </a:rPr>
              <a:t>SMM, mobilografiya, montaj, kompyuter grafikasi va jurnalistika sohalariga bepul amaliy yo‘naltirish.</a:t>
            </a:r>
          </a:p>
          <a:p>
            <a:pPr>
              <a:spcBef>
                <a:spcPts val="1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●  Maktab Ma’muriyatiga Yordamchi:
</a:t>
            </a:r>
            <a:r>
              <a:rPr sz="900">
                <a:solidFill>
                  <a:srgbClr val="334155"/>
                </a:solidFill>
                <a:latin typeface="Arial"/>
              </a:rPr>
              <a:t>Maktabning ijobiy imijini yuksaltiruvchi va rasmiy tadbirlarni yorituvchi tayyor o‘quvchilar jamoasi.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Maktablari Yagona Raqamli Media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TASHKILIY TUZILMA VA AMALGA OSHIRISH MEXANIZMI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Maktab Media Boshqaruvi va 4 Bosqichli Yo‘l Xaritasi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Qo‘shimcha shtat talab etmaydigan boshqaruv tizimi va viloyat bo‘yicha aniq joriy etish bosqichlari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006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MAKTAB MEDIA GURUHI TUZILMASI (4 BO‘G‘IN)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01. Media Koordinator (Mas’ul Rahbar)
</a:t>
            </a:r>
            <a:r>
              <a:rPr sz="850">
                <a:solidFill>
                  <a:srgbClr val="334155"/>
                </a:solidFill>
                <a:latin typeface="Arial"/>
              </a:rPr>
              <a:t>Yoshlar yetakchisi yoki Informatika fani o‘qituvchisi. Strategik rejalashtirish, maktab ma’muriyati va tuman ta’lim bo‘limi bilan aloqa hamda IT nazorati.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02. Tasvir va Montaj Guruhi
</a:t>
            </a:r>
            <a:r>
              <a:rPr sz="850">
                <a:solidFill>
                  <a:srgbClr val="334155"/>
                </a:solidFill>
                <a:latin typeface="Arial"/>
              </a:rPr>
              <a:t>2-3 nafar iqtidorli o‘quvchi. Maktab tadbirlarini tezkor tasvirga olish, videolarni dinamik montaj qilish va efirga tayyorlash.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03. Grafik Dizayn Bo‘limi
</a:t>
            </a:r>
            <a:r>
              <a:rPr sz="850">
                <a:solidFill>
                  <a:srgbClr val="334155"/>
                </a:solidFill>
                <a:latin typeface="Arial"/>
              </a:rPr>
              <a:t>1-2 nafar kompyuter grafikasi havaskori. Yagona brending asosida rasmiy e’lonlar, posterlar va infografik materiallarni tayyorlash.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04. Yosh Jurnalistlar Guruhi
</a:t>
            </a:r>
            <a:r>
              <a:rPr sz="850">
                <a:solidFill>
                  <a:srgbClr val="334155"/>
                </a:solidFill>
                <a:latin typeface="Arial"/>
              </a:rPr>
              <a:t>2-3 nafar ijodkor o‘quvchi. Tahliliy maqolalar, ustoz va tengdoshlar bilan intervyular hamda rasmiy xabarlarni tayyorlash.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525780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46304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45920"/>
            <a:ext cx="48006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AMALGA OSHIRISH BOSQICHLARI (YO‘L XARITASI)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1-BOSQICH: Normativ Asos va Tayanch Maktablar
</a:t>
            </a:r>
            <a:r>
              <a:rPr sz="850">
                <a:solidFill>
                  <a:srgbClr val="334155"/>
                </a:solidFill>
                <a:latin typeface="Arial"/>
              </a:rPr>
              <a:t>Maktabgacha va maktab ta’limi boshqarmasining tegishli buyrug‘ini chiqarish, 22 ta tuman va shaharda 1 tadan (jami 22 ta) tayanch pilot maktablarini belgilash hamda mas’ullarni tayinlash.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2-BOSQICH: O‘quv-Amaliy Master-Klasslar va Brandbook
</a:t>
            </a:r>
            <a:r>
              <a:rPr sz="850">
                <a:solidFill>
                  <a:srgbClr val="334155"/>
                </a:solidFill>
                <a:latin typeface="Arial"/>
              </a:rPr>
              <a:t>22 ta tayanch maktab media guruhlari uchun 3 kunlik intensiv master-klasslar o‘tkazish, yagona «Focus Media Brandbook» hamda mobil studiya standartlarini tarqatish.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3-BOSQICH: Texnologik Integratsiya va «Focus Bot»
</a:t>
            </a:r>
            <a:r>
              <a:rPr sz="850">
                <a:solidFill>
                  <a:srgbClr val="334155"/>
                </a:solidFill>
                <a:latin typeface="Arial"/>
              </a:rPr>
              <a:t>«Focus Bot» va viloyat elektron platformasini to‘liq ishga tushirish, haftalik «Hafta Nigohi» tahliliy dayjestlarini muntazam efirga uzatish va «Kiber-Qalqon» tizimini darslarga bog‘lash.</a:t>
            </a:r>
          </a:p>
          <a:p>
            <a:pPr>
              <a:spcBef>
                <a:spcPts val="11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4-BOSQICH: Viloyat Bo‘ylab To‘liq Qamrov va Reyting
</a:t>
            </a:r>
            <a:r>
              <a:rPr sz="850">
                <a:solidFill>
                  <a:srgbClr val="334155"/>
                </a:solidFill>
                <a:latin typeface="Arial"/>
              </a:rPr>
              <a:t>Tizimni viloyatdagi qolgan 900+ maktabga bosqichma-bosqich tatbiq etish, har oy yakuni bo‘yicha «Eng Faol Maktab Media Markazi» reytingini e’lon qilish va yillik «Viloyat Media Forumi»ni o‘tkazish.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Maktablari Yagona Raqamli Media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NATIJADORLIK VA STRATEGIK SAMARADORLIK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Kutilayotgan Natijalar (KPI) va Rahbariyat Uchun Asosiy Foyda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Toshkent viloyati ta’lim tizimida o‘lchanadigan aniq ko‘rsatkichlar va erishiladigan natijalar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1E3A8A"/>
                </a:solidFill>
                <a:latin typeface="Arial"/>
              </a:rPr>
              <a:t>100% Qamrov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22 Ta Hudud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Viloyatning barcha 22 ta tuman va shahri (900+ maktab) yagona axborot tizimiga ulanadi.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42032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E11D48"/>
                </a:solidFill>
                <a:latin typeface="Arial"/>
              </a:rPr>
              <a:t>15 Daqiqa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Tezkor Raddiya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Ijtimoiy tarmoqlardagi feyk va mish-mishlarga rasmiy tezkor munosabat bildirish vaqti.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463040"/>
            <a:ext cx="254203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059669"/>
                </a:solidFill>
                <a:latin typeface="Arial"/>
              </a:rPr>
              <a:t>5,000+ O‘quvchi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Kasbga Yo‘naltirish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SMM, mobilografiya, montaj va jurnalistika kabi zamonaviy kasblarga bepul o‘qitiladi.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463040"/>
            <a:ext cx="254203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D97706"/>
                </a:solidFill>
                <a:latin typeface="Arial"/>
              </a:rPr>
              <a:t>0 So‘m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Byudjet Tejamkorligi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Qo‘shimcha shtat talab etmaydi; maktablarning mavjud infratuzilmasi hisobiga ishlaydi.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6256" y="1463040"/>
            <a:ext cx="254203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 bIns="137160"/>
          <a:lstStyle/>
          <a:p>
            <a:pPr algn="ctr"/>
            <a:r>
              <a:rPr sz="1050" b="1">
                <a:solidFill>
                  <a:srgbClr val="1E3A8A"/>
                </a:solidFill>
                <a:latin typeface="Arial"/>
              </a:rPr>
              <a:t>✔  NAZORAT VA SHAFFOFLIK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Har bir tuman va maktabdagi real ta’lim sifati, o‘quvchilar yutuqlari hamda muammolari bo‘yicha viloyat rahbariyatiga har kuni haqqoniy va filtrlangan axborot oqimi kafolatlanadi.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3456432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306324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 bIns="137160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</a:rPr>
              <a:t>✔  VILOYAT YOSHLARI VA USTOZLAR NUFUZI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Xalqaro va respublika fan olimpiadalari g‘oliblari, chempionlar va ilg‘or fidoyi ustozlar respublika miqyosida brendga aylantirilib, viloyatning ijobiy imiji mustahkamlanadi.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3063240"/>
            <a:ext cx="34564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306324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 bIns="137160"/>
          <a:lstStyle/>
          <a:p>
            <a:pPr algn="ctr"/>
            <a:r>
              <a:rPr sz="1050" b="1">
                <a:solidFill>
                  <a:srgbClr val="059669"/>
                </a:solidFill>
                <a:latin typeface="Arial"/>
              </a:rPr>
              <a:t>✔  RAQAMLI IMMUNITET VA XAVFSIZLIK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«Kiber-Qalqon» dasturi orqali o‘quvchi va ota-onalar kiberxavflar, fishing va yot g‘oyalardan himoyalanadi. Viloyat maktablarida mustahkam axborot madaniyati shakllanadi.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3063240"/>
            <a:ext cx="345643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10728655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/>
            <a:r>
              <a:rPr sz="1000" b="1">
                <a:solidFill>
                  <a:srgbClr val="1E3A8A"/>
                </a:solidFill>
                <a:latin typeface="Arial"/>
              </a:rPr>
              <a:t>«Focus Media — bu shunchaki axborot kanali emas, balki Toshkent viloyati yoshlarining intellektual salohiyati, vatanparvarligi va zamonaviy imijini namoyon etuvchi raqamli ko‘zgudir!»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563EB"/>
                </a:solidFill>
                <a:latin typeface="Arial"/>
              </a:rPr>
              <a:t>Loyiha Tashabbuskori: To‘rabek Abduvoitov   |   Telegram: @Torabek_Abduvoitov   |   Bot: @focusmedia4_bot   |   Portal: focus-media-toshkent.vercel.app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Maktablari Yagona Raqamli Media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