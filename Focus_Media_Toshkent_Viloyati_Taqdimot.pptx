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48640"/>
            <a:ext cx="109728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Arial"/>
              </a:defRPr>
            </a:pPr>
            <a:r>
              <a:t>TOSHKENT VILOYATI HOKIMLIGI TAQDIMOTI UCHUN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Arial"/>
              </a:defRPr>
            </a:pPr>
            <a:r>
              <a:t>FOCUS MEDIA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475569"/>
                </a:solidFill>
                <a:latin typeface="Arial"/>
              </a:defRPr>
            </a:pPr>
            <a:r>
              <a:t>Umumta’lim muassasalarida zamonaviy axborot makonini shakllantirish, yoshlar media-savodxonligini oshirish va raqamli targ‘ibot tizimi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657600"/>
            <a:ext cx="25146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3657600"/>
            <a:ext cx="25146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21488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22 ta</a:t>
            </a:r>
          </a:p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Tuman va Shahar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Viloyat to'liq qamrovi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65576" y="3657600"/>
            <a:ext cx="25146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65576" y="3657600"/>
            <a:ext cx="2514600" cy="5486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48456" y="3840480"/>
            <a:ext cx="21488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900+</a:t>
            </a:r>
          </a:p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Umumta'lim Maktabi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Standart media guruhlar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657600"/>
            <a:ext cx="25146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3657600"/>
            <a:ext cx="25146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3840480"/>
            <a:ext cx="21488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100%</a:t>
            </a:r>
          </a:p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Ochiq Axborot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Ota-onalar va jamoatchilik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3688" y="3657600"/>
            <a:ext cx="251460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33688" y="3657600"/>
            <a:ext cx="2514600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16568" y="3840480"/>
            <a:ext cx="21488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0 so'm</a:t>
            </a:r>
          </a:p>
          <a:p>
            <a:pPr>
              <a:defRPr sz="1100" b="1">
                <a:solidFill>
                  <a:srgbClr val="2563EB"/>
                </a:solidFill>
                <a:latin typeface="Arial"/>
              </a:defRPr>
            </a:pPr>
            <a:r>
              <a:t>Qo'shimcha Shtat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Ichki iqtidorlar hisobiga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Loyiha muallifi: To'rabek Abduvoitov  |  Telegram: @Torabek_Abduvoitov  |  Rasmiy Bot: @focusmedia4_bot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TAHLIL VA DOLZARBLIK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Mavjud Holat Tahlili va «Focus Media» Yechimi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Arial"/>
              </a:defRPr>
            </a:pPr>
            <a:r>
              <a:t>Tizimdagi mavjud bo'shliqlar va ularni bartaraf etuvchi strategik yechimlar solishtirmasi.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74519"/>
            <a:ext cx="342900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057400"/>
            <a:ext cx="1645920" cy="2743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11D48"/>
                </a:solidFill>
                <a:latin typeface="Arial"/>
              </a:defRPr>
            </a:pPr>
            <a:r>
              <a:t>Mavjud Bo'shliq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rial"/>
              </a:defRPr>
            </a:pPr>
            <a:r>
              <a:t>Axborot Uzilishi</a:t>
            </a:r>
          </a:p>
          <a:p>
            <a:pPr>
              <a:defRPr sz="1050">
                <a:solidFill>
                  <a:srgbClr val="475569"/>
                </a:solidFill>
                <a:latin typeface="Arial"/>
              </a:defRPr>
            </a:pPr>
            <a:r>
              <a:t>Maktab yutuqlari va islohotlar keng jamoatchilikka yetib bormaydi, yangiliklar faqat maktab ichida qolib ketmoqda.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977639"/>
            <a:ext cx="3154680" cy="1965960"/>
          </a:xfrm>
          <a:prstGeom prst="roundRect">
            <a:avLst/>
          </a:prstGeom>
          <a:solidFill>
            <a:srgbClr val="F0FDFA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069080"/>
            <a:ext cx="29718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Arial"/>
              </a:defRPr>
            </a:pPr>
            <a:r>
              <a:t>Focus Media Yechimi: Yagona Axborot Tizimi</a:t>
            </a:r>
          </a:p>
          <a:p>
            <a:pPr>
              <a:defRPr sz="1000">
                <a:solidFill>
                  <a:srgbClr val="0F172A"/>
                </a:solidFill>
                <a:latin typeface="Arial"/>
              </a:defRPr>
            </a:pPr>
            <a:r>
              <a:t>Telegram-bot (@focusmedia4_bot) va raqamli portal orqali viloyat bo‘yicha tezkor, markazlashgan va haqqoniy ma’lumot almashinuvi yo‘lga qo‘yiladi.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874519"/>
            <a:ext cx="342900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53712" y="2057400"/>
            <a:ext cx="1645920" cy="2743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11D48"/>
                </a:solidFill>
                <a:latin typeface="Arial"/>
              </a:defRPr>
            </a:pPr>
            <a:r>
              <a:t>Mavjud Bo'shliq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42316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rial"/>
              </a:defRPr>
            </a:pPr>
            <a:r>
              <a:t>Eskirgan Yondashuv</a:t>
            </a:r>
          </a:p>
          <a:p>
            <a:pPr>
              <a:defRPr sz="1050">
                <a:solidFill>
                  <a:srgbClr val="475569"/>
                </a:solidFill>
                <a:latin typeface="Arial"/>
              </a:defRPr>
            </a:pPr>
            <a:r>
              <a:t>Targ‘ibot ishlari asosan qog‘oz e’lonlar va quruq hisobot shaklida qolib, zamonaviy o‘quvchilar e’tiborini jalb etmayapti.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7992" y="3977639"/>
            <a:ext cx="3154680" cy="1965960"/>
          </a:xfrm>
          <a:prstGeom prst="roundRect">
            <a:avLst/>
          </a:prstGeom>
          <a:solidFill>
            <a:srgbClr val="F0FDFA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2" y="4069080"/>
            <a:ext cx="29718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Arial"/>
              </a:defRPr>
            </a:pPr>
            <a:r>
              <a:t>Focus Media Yechimi: Ta’sirchan Zamonaviy Media</a:t>
            </a:r>
          </a:p>
          <a:p>
            <a:pPr>
              <a:defRPr sz="1000">
                <a:solidFill>
                  <a:srgbClr val="0F172A"/>
                </a:solidFill>
                <a:latin typeface="Arial"/>
              </a:defRPr>
            </a:pPr>
            <a:r>
              <a:t>Ma’naviy-ma’rifiy ishlarni yoshlar tilida, zamonaviy video-dayjestlar, podkastlar va qisqa roliklar formatida yoritish tizimi.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1874519"/>
            <a:ext cx="342900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93024" y="2057400"/>
            <a:ext cx="1645920" cy="2743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E11D48"/>
                </a:solidFill>
                <a:latin typeface="Arial"/>
              </a:defRPr>
            </a:pPr>
            <a:r>
              <a:t>Mavjud Bo'shliq 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4" y="242316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rial"/>
              </a:defRPr>
            </a:pPr>
            <a:r>
              <a:t>Muloqot Sustligi &amp; Kiber-Xavflar</a:t>
            </a:r>
          </a:p>
          <a:p>
            <a:pPr>
              <a:defRPr sz="1050">
                <a:solidFill>
                  <a:srgbClr val="475569"/>
                </a:solidFill>
                <a:latin typeface="Arial"/>
              </a:defRPr>
            </a:pPr>
            <a:r>
              <a:t>O‘quvchi, ota-ona va rahbariyat o‘rtasida tezkor axborot ko‘prigi yo‘q. O‘smirlar yot g‘oyalar va kiber-tahdidlarga duch kelmoqda.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977639"/>
            <a:ext cx="3154680" cy="1965960"/>
          </a:xfrm>
          <a:prstGeom prst="roundRect">
            <a:avLst/>
          </a:prstGeom>
          <a:solidFill>
            <a:srgbClr val="F0FDFA"/>
          </a:solidFill>
          <a:ln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4069080"/>
            <a:ext cx="29718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Arial"/>
              </a:defRPr>
            </a:pPr>
            <a:r>
              <a:t>Focus Media Yechimi: Mafkura va Immunitet</a:t>
            </a:r>
          </a:p>
          <a:p>
            <a:pPr>
              <a:defRPr sz="1000">
                <a:solidFill>
                  <a:srgbClr val="0F172A"/>
                </a:solidFill>
                <a:latin typeface="Arial"/>
              </a:defRPr>
            </a:pPr>
            <a:r>
              <a:t>Yoshlarni yot g‘oyalardan sifatli milliy kontent hamda «Kiber-qalqon» axborot iste’moli madaniyati bilan himoyalash.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Focus Media — Toshkent Viloyati Maktablari Loyihasi  |  2-sahifa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KONSEPSIYA VA STRATEGIYA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«Focus Media» Tizimining 3 Asosiy Ustuni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Arial"/>
              </a:defRPr>
            </a:pPr>
            <a:r>
              <a:t>Viloyat maktablarida yangi axborot ekotizimini ta'minlovchi 3 ta asosiy poydevor.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74519"/>
            <a:ext cx="342900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74519"/>
            <a:ext cx="34290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01  |  1-YO'NALISH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Raqamli Ta’lim Muhiti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Maktablarda ochiqlik, avtomatlashtirish va axborot xavfsizligini ta'minlovchi raqamli IT platforma.</a:t>
            </a:r>
          </a:p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«Focus Bot» Tizimi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  Ota-onalar, o'quvchilar va ma'muriyat o'rtasida tezkor aloqa portali.</a:t>
            </a:r>
          </a:p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«Viloyat Iftixorlari»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  Olimpiada va sport g'oliblarining yagona elektron reyting bazasi.</a:t>
            </a:r>
          </a:p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«Kiber-Qalqon»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  Axborot iste'moli madaniyati va internet xavfsizligi immuniteti.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874519"/>
            <a:ext cx="342900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70832" y="1874519"/>
            <a:ext cx="342900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205740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02  |  2-YO'NALISH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Milliy Media-Kontent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Yoshlar auditoriyasiga moslashtirilgan ta'sirchan ma'naviy-ma'rifiy media mahsulotlar portfeli.</a:t>
            </a:r>
          </a:p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«Focus Suhbat» Podkasti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  Ziyolilar, pedagoglar va yosh liderlar bilan davra suhbatlari.</a:t>
            </a:r>
          </a:p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«Hafta Nigohi» Dayjesti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  Viloyat ta'lim maskanlaridagi yutuqlarning haftalik qisqa sharhi.</a:t>
            </a:r>
          </a:p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«Ustozga Ehtirom»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  Namunali pedagoglar mehnati va obro'sini oshiruvchi intervyular.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874519"/>
            <a:ext cx="342900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10144" y="1874519"/>
            <a:ext cx="34290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38744" y="2057400"/>
            <a:ext cx="2971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Arial"/>
              </a:defRPr>
            </a:pPr>
            <a:r>
              <a:t>03  |  3-YO'NALISH</a:t>
            </a:r>
          </a:p>
          <a:p>
            <a:pPr>
              <a:defRPr sz="1800" b="1">
                <a:solidFill>
                  <a:srgbClr val="0F172A"/>
                </a:solidFill>
                <a:latin typeface="Arial"/>
              </a:defRPr>
            </a:pPr>
            <a:r>
              <a:t>Yosh Jurnalistlar Maktabi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Har bir maktabda faol o'quvchilardan iborat professional media guruhlarni shakllantirish.</a:t>
            </a:r>
          </a:p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Mobilografiya &amp; Tasvir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  Smartfon orqali professional sifatda foto va video olish amaliyoti.</a:t>
            </a:r>
          </a:p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Montaj &amp; Infografika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  Ijtimoiy tarmoqlar uchun dinamik video montaj va posterlar tayyorlash.</a:t>
            </a:r>
          </a:p>
          <a:p>
            <a:pPr>
              <a:defRPr sz="1100" b="1">
                <a:solidFill>
                  <a:srgbClr val="0F172A"/>
                </a:solidFill>
                <a:latin typeface="Arial"/>
              </a:defRPr>
            </a:pPr>
            <a:r>
              <a:t>• Mobil Media Studiya</a:t>
            </a:r>
          </a:p>
          <a:p>
            <a:pPr>
              <a:defRPr sz="950">
                <a:solidFill>
                  <a:srgbClr val="475569"/>
                </a:solidFill>
                <a:latin typeface="Arial"/>
              </a:defRPr>
            </a:pPr>
            <a:r>
              <a:t>  Qimmatbaho texnikalarsiz, mavjud resurslardan samarali foydalanish.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Focus Media — Toshkent Viloyati Maktablari Loyihasi  |  3-sahifa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1-YO'NALISH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Raqamlashtirish va Axborot Xavfsizligi Yechimlari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Arial"/>
              </a:defRPr>
            </a:pPr>
            <a:r>
              <a:t>Viloyat maktablari uchun yagona avtomatlashtirilgan IT infratuzilmasi.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74519"/>
            <a:ext cx="342900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874519"/>
            <a:ext cx="3429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3063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rial"/>
              </a:defRPr>
            </a:pPr>
            <a:r>
              <a:t>«Focus Bot» Yagona Tizimi</a:t>
            </a:r>
          </a:p>
          <a:p>
            <a:pPr>
              <a:defRPr sz="1000">
                <a:solidFill>
                  <a:srgbClr val="0284C7"/>
                </a:solidFill>
                <a:latin typeface="Arial"/>
              </a:defRPr>
            </a:pPr>
            <a:r>
              <a:t>Ota-onalar, o'quvchilar va maktab ma'muriyati o'rtasidagi tezkor raqamli ko'prik.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✔  24/7 rejimida maktab e'lonlari va dars jadvallarini yetkazish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✔  Ota-onalar va o'quvchilarning savol hamda murojaatlarini qabul qilish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✔  Har bir murojaatga avtomatik ro'yxat raqami biriktirilib, nazoratga olinishi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✔  Bot manzili: @focusmedia4_bot (Vercel serverless platformasida 24/7 ishlaydi)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874519"/>
            <a:ext cx="342900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70832" y="1874519"/>
            <a:ext cx="3429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11680"/>
            <a:ext cx="3063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rial"/>
              </a:defRPr>
            </a:pPr>
            <a:r>
              <a:t>«Viloyat Iftixorlari» Portali</a:t>
            </a:r>
          </a:p>
          <a:p>
            <a:pPr>
              <a:defRPr sz="1000">
                <a:solidFill>
                  <a:srgbClr val="0284C7"/>
                </a:solidFill>
                <a:latin typeface="Arial"/>
              </a:defRPr>
            </a:pPr>
            <a:r>
              <a:t>Toshkent viloyatining barcha fan, sport va IT g'oliblari yagona elektron bazasi.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✔  Xalqaro va respublika fan olimpiadalari g'oliblari reytingi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✔  Yosh IT dasturchilar, robototexniklar va startap loyihalari taqdimoti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✔  Respublika va jahon chempioni bo'lgan yosh sportchilar ro'yxati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✔  Tengdoshlar orasida sog'lom intellektual raqobat muhitini shakllantirish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874519"/>
            <a:ext cx="3429000" cy="4206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10144" y="1874519"/>
            <a:ext cx="3429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3024" y="2011680"/>
            <a:ext cx="3063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rial"/>
              </a:defRPr>
            </a:pPr>
            <a:r>
              <a:t>«Kiber-Qalqon» Dasturi</a:t>
            </a:r>
          </a:p>
          <a:p>
            <a:pPr>
              <a:defRPr sz="1000">
                <a:solidFill>
                  <a:srgbClr val="0284C7"/>
                </a:solidFill>
                <a:latin typeface="Arial"/>
              </a:defRPr>
            </a:pPr>
            <a:r>
              <a:t>O'quvchi-yoshlarda axborot iste'moli madaniyati va kiber-immunitetni tarbiyalash.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✔  Fishing, soxta havolalar va firibgarliklardan himoyalanish qoidalari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✔  Shaxsiy ma'lumotlar, bank kartalari va parollarni asrash ko'nikmalari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✔  Ijtimoiy tarmoqlardagi feyk va tekshirilmagan xabarlarni aniqlash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✔  Yoshlarni yot mafkuraviy oqimlar va kiberbullingdan himoyalash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Focus Media — Toshkent Viloyati Maktablari Loyihasi  |  4-sahifa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2-YO'NALISH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Milliy Media-Kontent va Ma’naviy Targ‘ibot Portfeli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Arial"/>
              </a:defRPr>
            </a:pPr>
            <a:r>
              <a:t>Yoshlar auditoriyasi uchun ta'sirchan, sifatli va ibratli media mahsulotlar.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51460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2148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Arial"/>
              </a:defRPr>
            </a:pPr>
            <a:r>
              <a:t>DAVRA SUHBATLARI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«Focus Suhbat» Podkasti</a:t>
            </a:r>
          </a:p>
          <a:p>
            <a:pPr>
              <a:defRPr sz="1050">
                <a:solidFill>
                  <a:srgbClr val="475569"/>
                </a:solidFill>
                <a:latin typeface="Arial"/>
              </a:defRPr>
            </a:pPr>
            <a:r>
              <a:t>Viloyat ziyolilari, fidoyi ustozlar va yosh liderlar ishtirokida ta'lim, tarbiya va zamonaviy ilm-fan mavzularida chuqur davra suhbatlari.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5576" y="2011680"/>
            <a:ext cx="251460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48456" y="2194560"/>
            <a:ext cx="2148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Arial"/>
              </a:defRPr>
            </a:pPr>
            <a:r>
              <a:t>HAFTALIK VIDEO-SHARH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«Hafta Nigohi» Dayjesti</a:t>
            </a:r>
          </a:p>
          <a:p>
            <a:pPr>
              <a:defRPr sz="1050">
                <a:solidFill>
                  <a:srgbClr val="475569"/>
                </a:solidFill>
                <a:latin typeface="Arial"/>
              </a:defRPr>
            </a:pPr>
            <a:r>
              <a:t>Viloyat ta'lim maskanlarida hafta davomida o'tkazilgan eng muhim yangiliklar, ochiq darslar va yutuqlarning 3 daqiqalik tahliliy dayjesti.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011680"/>
            <a:ext cx="251460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2194560"/>
            <a:ext cx="2148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Arial"/>
              </a:defRPr>
            </a:pPr>
            <a:r>
              <a:t>O'QITUVCHI NUFUZI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«Ustozga Ehtirom» Rukni</a:t>
            </a:r>
          </a:p>
          <a:p>
            <a:pPr>
              <a:defRPr sz="1050">
                <a:solidFill>
                  <a:srgbClr val="475569"/>
                </a:solidFill>
                <a:latin typeface="Arial"/>
              </a:defRPr>
            </a:pPr>
            <a:r>
              <a:t>Namunali va fidoyi o'qituvchilarning mehnati, hayot yo'li va ibratli faoliyatiga bag'ishlangan samimiy blits-intervyular to'plami.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33688" y="2011680"/>
            <a:ext cx="251460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16568" y="2194560"/>
            <a:ext cx="21488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284C7"/>
                </a:solidFill>
                <a:latin typeface="Arial"/>
              </a:defRPr>
            </a:pPr>
            <a:r>
              <a:t>IQTIDORLAR TARG'IBOTI</a:t>
            </a:r>
          </a:p>
          <a:p>
            <a:pPr>
              <a:defRPr sz="1700" b="1">
                <a:solidFill>
                  <a:srgbClr val="0F172A"/>
                </a:solidFill>
                <a:latin typeface="Arial"/>
              </a:defRPr>
            </a:pPr>
            <a:r>
              <a:t>«Chempionlar Yo'li»</a:t>
            </a:r>
          </a:p>
          <a:p>
            <a:pPr>
              <a:defRPr sz="1050">
                <a:solidFill>
                  <a:srgbClr val="475569"/>
                </a:solidFill>
                <a:latin typeface="Arial"/>
              </a:defRPr>
            </a:pPr>
            <a:r>
              <a:t>Xalqaro va respublika olimpiadalari, sport musobaqalari g'olibi bo'lgan o'quvchilarning mashaqqatli yo'li haqida motivatsion roliklar.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Focus Media — Toshkent Viloyati Maktablari Loyihasi  |  5-sahifa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3-YO'NALISH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Yosh Jurnalistlar Maktabi va Kam Xarajatli Mobil Studiya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Arial"/>
              </a:defRPr>
            </a:pPr>
            <a:r>
              <a:t>O'quvchilarni zamonaviy kasblarga bepul yo'naltirish va tejamkor studiya modeli.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621792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58521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Arial"/>
              </a:defRPr>
            </a:pPr>
            <a:r>
              <a:t>O'quvchilarga O'rgatiladigan Asosiy Ko'nikmalar</a:t>
            </a:r>
          </a:p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✔  Mobilografiya &amp; Tasvir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    Smartfon orqali sifatli tasvirga olish, yorug'likdan to'g'ri foydalanish va kompozitsiya qoidalari.</a:t>
            </a:r>
          </a:p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✔  Montaj &amp; Infografika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    CapCut va zamonaviy mobil tahrirlash ilovalari orqali dinamik roliklar va infografik materiallar tayyorlash.</a:t>
            </a:r>
          </a:p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✔  PR &amp; Notiqlik Mahorati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    Rasmiy xabarlar, intervyular tayyorlash, notiqlik madaniyati va ma'lumotlarni haqqoniy yetkazish.</a:t>
            </a:r>
          </a:p>
          <a:p>
            <a:pPr>
              <a:defRPr sz="1200" b="1">
                <a:solidFill>
                  <a:srgbClr val="2563EB"/>
                </a:solidFill>
                <a:latin typeface="Arial"/>
              </a:defRPr>
            </a:pPr>
            <a:r>
              <a:t>✔  Media-Savodxonlik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    Axborot manbalarini tekshirish, feyk xabarlarni filtrlash va raqamli madaniyat qoidalariga rioya qilish.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920240"/>
            <a:ext cx="4279392" cy="411480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99F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2103120"/>
            <a:ext cx="3822192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284C7"/>
                </a:solidFill>
                <a:latin typeface="Arial"/>
              </a:defRPr>
            </a:pPr>
            <a:r>
              <a:t>Kam Xarajatli Mobil Studiya Modeli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★  Qimmatbaho televizion studiya va texnikalarga zarurat yo'q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★  Mavjud zamonaviy smartfonlar va oddiy mikrofonlar asosida ishlaydi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★  Har bir tayanch maktabda qulay va harakatchan media-burchak tashkil etiladi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★  Tezkorlik: Tasvirga olingan xabar shu kunning o'zida tayyorlanadi va tarqatiladi</a:t>
            </a:r>
          </a:p>
          <a:p>
            <a:pPr>
              <a:defRPr sz="1050">
                <a:solidFill>
                  <a:srgbClr val="0F172A"/>
                </a:solidFill>
                <a:latin typeface="Arial"/>
              </a:defRPr>
            </a:pPr>
            <a:r>
              <a:t>★  5,000+ o'quvchi zamonaviy IT va media kasblariga bepul yo'naltiriladi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Focus Media — Toshkent Viloyati Maktablari Loyihasi  |  6-sahifa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BOSHQARUV TIZIMI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«Focus Media» Tashkiliy Tuzilmasi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Arial"/>
              </a:defRPr>
            </a:pPr>
            <a:r>
              <a:t>Qo'shimcha shtat talab etmaydigan, har bir maktabning ichki imkoniyatlari asosida ishlovchi 4 bo'g'in.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2514600" cy="3291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2148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284C7"/>
                </a:solidFill>
                <a:latin typeface="Arial"/>
              </a:defRPr>
            </a:pPr>
            <a:r>
              <a:t>01</a:t>
            </a:r>
          </a:p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Maktab Koordinatori</a:t>
            </a:r>
          </a:p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Yoshlar yetakchisi / Informatika fani o'qituvchisi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Maktabdagi axborot jarayonini muvofiqlashtirish, maktab ma'muriyati bilan hamkorlik va e'lon qilinadigan xabarlar sifatini nazorat qilish.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5576" y="1920240"/>
            <a:ext cx="2514600" cy="3291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48456" y="2057400"/>
            <a:ext cx="2148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284C7"/>
                </a:solidFill>
                <a:latin typeface="Arial"/>
              </a:defRPr>
            </a:pPr>
            <a:r>
              <a:t>02</a:t>
            </a:r>
          </a:p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Tasvir va Montaj Guruhi</a:t>
            </a:r>
          </a:p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Iqtidorli o'quvchilar guruhi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Maktab hayoti, ochiq darslar va ma'naviy tadbirlarni sifatli tasvirga olish hamda qisqa video-lavhalar tayyorlash.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920240"/>
            <a:ext cx="2514600" cy="3291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2057400"/>
            <a:ext cx="2148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284C7"/>
                </a:solidFill>
                <a:latin typeface="Arial"/>
              </a:defRPr>
            </a:pPr>
            <a:r>
              <a:t>03</a:t>
            </a:r>
          </a:p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Grafik Dizayn Guruhi</a:t>
            </a:r>
          </a:p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Iqtidorli o'quvchilar guruhi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Maktab e'lonlari, erishilgan yutuqlar va tadbirlar uchun rasmiy infografikalar hamda ko'rgazmali materiallar tayyorlash.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33688" y="1920240"/>
            <a:ext cx="2514600" cy="3291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16568" y="2057400"/>
            <a:ext cx="2148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284C7"/>
                </a:solidFill>
                <a:latin typeface="Arial"/>
              </a:defRPr>
            </a:pPr>
            <a:r>
              <a:t>04</a:t>
            </a:r>
          </a:p>
          <a:p>
            <a:pPr>
              <a:defRPr sz="1500" b="1">
                <a:solidFill>
                  <a:srgbClr val="0F172A"/>
                </a:solidFill>
                <a:latin typeface="Arial"/>
              </a:defRPr>
            </a:pPr>
            <a:r>
              <a:t>Yosh Jurnalistlar Guruhi</a:t>
            </a:r>
          </a:p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Ijodkor o'quvchilar guruhi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Maktab yangiliklarini yoritish, tajribali ustozlar va iqtidorli tengdoshlar bilan mazmunli intervyular tayyorlash.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94960"/>
            <a:ext cx="10725912" cy="777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44068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Arial"/>
              </a:defRPr>
            </a:pPr>
            <a:r>
              <a:t>Iqtisodiy Afzallik: Mazkur 4 bo'g'inli tizim har bir maktabning mavjud xodimlari va to'garaklari doirasida faoliyat yuritadi.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Viloyat byudjetidan yangi shtat birligi ochish yoki qo'shimcha ish haqi fondi ajratish talab etilmaydi.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Focus Media — Toshkent Viloyati Maktablari Loyihasi  |  7-sahifa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IJRO MEXANIZMI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Loyihani Amaliyotga Tatbiq Etish «Yo‘l Xaritasi»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Arial"/>
              </a:defRPr>
            </a:pPr>
            <a:r>
              <a:t>Dastlabki tashkiliy bosqichdan boshlab viloyat miqyosida to‘liq tizimli qamrovgacha bo‘lgan 4 bosqich.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10725912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463040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14630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1-BOSQICH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993392"/>
            <a:ext cx="8961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Tashkiliy Asos va Namunali Maktablar  (Boshlang'ich bosqich)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Viloyatning 22 ta tuman va shahridan bittadan namunali umumta’lim maktabini tanlab olish, ularda dastlabki media-guruh faoliyatini yo‘lga qo‘yish va mas’ul ustozlarni biriktirish.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90088"/>
            <a:ext cx="10725912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990088"/>
            <a:ext cx="1463040" cy="9601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127248"/>
            <a:ext cx="14630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2-BOSQICH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063240"/>
            <a:ext cx="8961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O‘quvchi va Ustozlar Malakasini Oshirish  (Amaliy bosqich)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Tanlangan maktablar jamoasi uchun media-savodxonlik, zamonaviy axborot tayyorlash va sifat standartlari bo‘yicha qisqa amaliy o‘quv mashg‘ulotlarini o‘tkazish.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59936"/>
            <a:ext cx="10725912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059936"/>
            <a:ext cx="1463040" cy="9601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197096"/>
            <a:ext cx="14630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3-BOSQICH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4133088"/>
            <a:ext cx="8961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Yagona Axborot Tizimini Joriy Etish  (Amaliyotga tatbiq etish)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Viloyat maktablari uchun yagona «Focus Bot» tizimini ishga tushirish, ta’lim yutuqlari va e’lonlarni muntazam yoritib borish, ijtimoiy tarmoqlarda xavfsiz axborot muhitini shakllantirish.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129784"/>
            <a:ext cx="10725912" cy="960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129784"/>
            <a:ext cx="1463040" cy="960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266944"/>
            <a:ext cx="14630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4-BOSQICH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5202936"/>
            <a:ext cx="89611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Viloyat Bo‘yicha To‘liq Qamrov  (Kengaytirish bosqichi)</a:t>
            </a:r>
          </a:p>
          <a:p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To‘plangan tajriba asosida tizimni viloyatdagi barcha umumta’lim maktablariga bosqichma-bosqich tatbiq etish, namunali maktab va faol o‘quvchilarni muntazam rag‘batlantirish.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Focus Media — Toshkent Viloyati Maktablari Loyihasi  |  8-sahifa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MAQSADLI INDIKATORLAR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Kutilayotgan Ijtimoiy va Ta’limiy Samaradorlik (KPI)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Arial"/>
              </a:defRPr>
            </a:pPr>
            <a:r>
              <a:t>Loyihaning amaliy natijadorligini baholovchi asosiy ko'rsatkichlar.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51460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21488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563EB"/>
                </a:solidFill>
                <a:latin typeface="Arial"/>
              </a:defRPr>
            </a:pPr>
            <a:r>
              <a:t>100%</a:t>
            </a:r>
          </a:p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Ochiq Axborot va Ota-onalar Qamrovi</a:t>
            </a:r>
          </a:p>
          <a:p>
            <a:pPr>
              <a:defRPr sz="1050">
                <a:solidFill>
                  <a:srgbClr val="475569"/>
                </a:solidFill>
                <a:latin typeface="Arial"/>
              </a:defRPr>
            </a:pPr>
            <a:r>
              <a:t>Viloyat maktablaridagi ta’lim jarayoni va erishilgan yutuqlardan ota-onalarning to‘liq va shaffof xabardorligini ta'minlash.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65576" y="2011680"/>
            <a:ext cx="251460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48456" y="2286000"/>
            <a:ext cx="21488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563EB"/>
                </a:solidFill>
                <a:latin typeface="Arial"/>
              </a:defRPr>
            </a:pPr>
            <a:r>
              <a:t>3x</a:t>
            </a:r>
          </a:p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O‘quvchilar Ijtimoiy Faolligi O‘sishi</a:t>
            </a:r>
          </a:p>
          <a:p>
            <a:pPr>
              <a:defRPr sz="1050">
                <a:solidFill>
                  <a:srgbClr val="475569"/>
                </a:solidFill>
                <a:latin typeface="Arial"/>
              </a:defRPr>
            </a:pPr>
            <a:r>
              <a:t>O‘quvchilar passiv tomoshabindan o‘z maktabi hayotining faol ishtirokchisi va ijodkoriga aylanishi ko‘rsatkichi.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011680"/>
            <a:ext cx="251460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2286000"/>
            <a:ext cx="21488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563EB"/>
                </a:solidFill>
                <a:latin typeface="Arial"/>
              </a:defRPr>
            </a:pPr>
            <a:r>
              <a:t>25+</a:t>
            </a:r>
          </a:p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Oylik Ma’rifiy Media Kontent</a:t>
            </a:r>
          </a:p>
          <a:p>
            <a:pPr>
              <a:defRPr sz="1050">
                <a:solidFill>
                  <a:srgbClr val="475569"/>
                </a:solidFill>
                <a:latin typeface="Arial"/>
              </a:defRPr>
            </a:pPr>
            <a:r>
              <a:t>Har bir hudud bo‘yicha har oyda kamida 25 ta sifatli video-roliklar, intervyular va tahliliy dayjestlar chiqarilishi.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33688" y="2011680"/>
            <a:ext cx="251460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16568" y="2286000"/>
            <a:ext cx="21488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2563EB"/>
                </a:solidFill>
                <a:latin typeface="Arial"/>
              </a:defRPr>
            </a:pPr>
            <a:r>
              <a:t>15 daq</a:t>
            </a:r>
          </a:p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Tezkor Rasmiy Munosabat Tezligi</a:t>
            </a:r>
          </a:p>
          <a:p>
            <a:pPr>
              <a:defRPr sz="1050">
                <a:solidFill>
                  <a:srgbClr val="475569"/>
                </a:solidFill>
                <a:latin typeface="Arial"/>
              </a:defRPr>
            </a:pPr>
            <a:r>
              <a:t>Ijtimoiy tarmoqlardagi noaniq xabarlar va muhim masalalarga 15 daqiqa ichida rasmiy tushuntirish berish tizimi.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Focus Media — Toshkent Viloyati Maktablari Loyihasi  |  9-sahifa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HUDUDLAR QAMROVI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Toshkent Viloyatining 22 Ta Tuman va Shahar Reestri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Arial"/>
              </a:defRPr>
            </a:pPr>
            <a:r>
              <a:t>Loyiha joriy etiladigan ma’muriy-hududiy birliklar va tayanch maktablari ro‘yxati.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74519"/>
            <a:ext cx="5212080" cy="4251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01. Nurafshon shahri — 12 ta maktab  |  Tayanch: 1-sonli ixtisoslashtirilgan maktab</a:t>
            </a:r>
          </a:p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02. Chirchiq shahri — 26 ta maktab  |  Tayanch: 9-sonli umumta’lim maktabi</a:t>
            </a:r>
          </a:p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03. Angren shahri — 34 ta maktab  |  Tayanch: 14-sonli umumta’lim maktabi</a:t>
            </a:r>
          </a:p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04. Olmaliq shahri — 24 ta maktab  |  Tayanch: 5-sonli ixtisoslashtirilgan maktab</a:t>
            </a:r>
          </a:p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05. Bekobod shahri — 18 ta maktab  |  Tayanch: 16-sonli umumta’lim maktabi</a:t>
            </a:r>
          </a:p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06. Yangiyo‘l shahri — 15 ta maktab  |  Tayanch: 2-sonli maktab-internat</a:t>
            </a:r>
          </a:p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07. Ohangaron shahri — 11 ta maktab  |  Tayanch: 3-sonli umumta’lim maktabi</a:t>
            </a:r>
          </a:p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08. Zangiota tumani — 48 ta maktab  |  Tayanch: 21-sonli umumta’lim maktabi</a:t>
            </a:r>
          </a:p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09. Qibray tumani — 42 ta maktab  |  Tayanch: 7-sonli umumta’lim maktabi</a:t>
            </a:r>
          </a:p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10. Bo‘stonliq tumani — 54 ta maktab  |  Tayanch: 1-sonli ixtisoslashgan maktab</a:t>
            </a:r>
          </a:p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11. Parkent tumani — 38 ta maktab  |  Tayanch: 11-sonli umumta’lim maktabi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874519"/>
            <a:ext cx="5212080" cy="4251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12. Toshkent tumani — 40 ta maktab  |  Tayanch: 25-sonli umumta’lim maktabi</a:t>
            </a:r>
          </a:p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13. O‘rtachirchiq tumani — 56 ta maktab  |  Tayanch: 4-sonli umumta’lim maktabi</a:t>
            </a:r>
          </a:p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14. Yuqorichirchiq tumani — 45 ta maktab  |  Tayanch: 8-sonli umumta’lim maktabi</a:t>
            </a:r>
          </a:p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15. Quyichirchiq tumani — 39 ta maktab  |  Tayanch: 12-sonli umumta’lim maktabi</a:t>
            </a:r>
          </a:p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16. Chinoz tumani — 46 ta maktab  |  Tayanch: 18-sonli umumta’lim maktabi</a:t>
            </a:r>
          </a:p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17. Yangiyo‘l tumani — 51 ta maktab  |  Tayanch: 31-sonli umumta’lim maktabi</a:t>
            </a:r>
          </a:p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18. Bekobod tumani — 55 ta maktab  |  Tayanch: 6-sonli umumta’lim maktabi</a:t>
            </a:r>
          </a:p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19. Bo‘ka tumani — 47 ta maktab  |  Tayanch: 9-sonli umumta’lim maktabi</a:t>
            </a:r>
          </a:p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20. Piskent tumani — 33 ta maktab  |  Tayanch: 2-sonli umumta’lim maktabi</a:t>
            </a:r>
          </a:p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21. Oqqo‘rg‘on tumani — 36 ta maktab  |  Tayanch: 15-sonli umumta’lim maktabi</a:t>
            </a:r>
          </a:p>
          <a:p>
            <a:pPr>
              <a:defRPr sz="950">
                <a:solidFill>
                  <a:srgbClr val="0F172A"/>
                </a:solidFill>
                <a:latin typeface="Arial"/>
              </a:defRPr>
            </a:pPr>
            <a:r>
              <a:t>22. Ohangaron tumani — 29 ta maktab  |  Tayanch: 10-sonli umumta’lim maktabi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Focus Media — Toshkent Viloyati Maktablari Loyihasi  |  10-sahifa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Arial"/>
              </a:defRPr>
            </a:pPr>
            <a:r>
              <a:t>IQTISODIY TAHLIL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Iqtisodiy va Resurs Samaradorligi: Nega Aynan Ushbu Loyiha?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Arial"/>
              </a:defRPr>
            </a:pPr>
            <a:r>
              <a:t>An'anaviy og'ir va qimmat loyihalar hamda «Focus Media» zamonaviy tejamkor modeli solishtirmasi.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5212080" cy="41148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846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E11D48"/>
                </a:solidFill>
                <a:latin typeface="Arial"/>
              </a:defRPr>
            </a:pPr>
            <a:r>
              <a:t>An’anaviy Og‘ir Loyihalarda: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✗  Qimmatbaho televizion studiya va professional texnikalar xaridi ($50,000+)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✗  Har bir maktabga alohida yangi shtat birliklari ochish zarurati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✗  Markazdan uzoq tuman va qishloq maktablarining e'tibordan chetda qolishi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✗  Og'ir byurokratiya va yangiliklarning haftalab kechikib chiqishi</a:t>
            </a:r>
          </a:p>
          <a:p>
            <a:pPr>
              <a:defRPr sz="1100">
                <a:solidFill>
                  <a:srgbClr val="475569"/>
                </a:solidFill>
                <a:latin typeface="Arial"/>
              </a:defRPr>
            </a:pPr>
            <a:r>
              <a:t>✗  Faqat rasmiyatchilik uchun hisobotlar tayyorlash bilan cheklanish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920240"/>
            <a:ext cx="5212080" cy="41148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2103120"/>
            <a:ext cx="4846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0B981"/>
                </a:solidFill>
                <a:latin typeface="Arial"/>
              </a:defRPr>
            </a:pPr>
            <a:r>
              <a:t>«Focus Media» Modelida: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✔  Kam Xarajatli Mobil Studiya: Mavjud smartfonlar va qulay mikrofonlar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✔  0 so'm qo'shimcha shtat: Yoshlar yetakchisi va informatika o'qituvchilari bazasida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✔  Teng Huquqli Qamrov: Chekka tuman maktabi ham markaz bilan teng yoritiladi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✔  Tezkor Raqamli Tizim: Materiallar shu kunning o'zida montaj qilinadi</a:t>
            </a:r>
          </a:p>
          <a:p>
            <a:pPr>
              <a:defRPr sz="1100">
                <a:solidFill>
                  <a:srgbClr val="0F172A"/>
                </a:solidFill>
                <a:latin typeface="Arial"/>
              </a:defRPr>
            </a:pPr>
            <a:r>
              <a:t>✔  O'quvchilarni zamonaviy kasblarga amaliyot orqali bepul yo'naltirish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Focus Media — Toshkent Viloyati Maktablari Loyihasi  |  11-sahifa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914400"/>
            <a:ext cx="10725912" cy="51206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280160"/>
            <a:ext cx="9966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Arial"/>
              </a:defRPr>
            </a:pPr>
            <a:r>
              <a:t>FOCUS MEDIA BOSH G‘OYASI</a:t>
            </a:r>
          </a:p>
          <a:p>
            <a:pPr>
              <a:defRPr sz="2200" b="1">
                <a:solidFill>
                  <a:srgbClr val="0F172A"/>
                </a:solidFill>
                <a:latin typeface="Arial"/>
              </a:defRPr>
            </a:pPr>
            <a:r>
              <a:t>«Focus Media — bu shunchaki axborot kanali emas, balki Toshkent viloyati yoshlarining intellektual salohiyati, vatanparvarligi va zamonaviy imijini namoyon etuvchi raqamli ko‘zgudir!»</a:t>
            </a:r>
          </a:p>
          <a:p>
            <a:pPr>
              <a:defRPr sz="1400">
                <a:solidFill>
                  <a:srgbClr val="475569"/>
                </a:solidFill>
                <a:latin typeface="Arial"/>
              </a:defRPr>
            </a:pPr>
            <a:r>
              <a:t>Toshkent viloyati umumta’lim tizimidagi axborot makonini yangi bosqichga olib chiqish yo‘lida hamkorlikka tayyormiz.</a:t>
            </a:r>
          </a:p>
          <a:p>
            <a:pPr>
              <a:defRPr sz="1000">
                <a:solidFill>
                  <a:srgbClr val="E2E8F0"/>
                </a:solidFill>
                <a:latin typeface="Arial"/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defRPr sz="1300" b="1">
                <a:solidFill>
                  <a:srgbClr val="0F172A"/>
                </a:solidFill>
                <a:latin typeface="Arial"/>
              </a:defRPr>
            </a:pPr>
            <a:r>
              <a:t>👤 Loyiha Tashabbuskori: To'rabek Abduvoitov</a:t>
            </a:r>
          </a:p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📱 Telegram Shaxsiy Profil: @Torabek_Abduvoitov</a:t>
            </a:r>
          </a:p>
          <a:p>
            <a:pPr>
              <a:defRPr sz="1200">
                <a:solidFill>
                  <a:srgbClr val="0284C7"/>
                </a:solidFill>
                <a:latin typeface="Arial"/>
              </a:defRPr>
            </a:pPr>
            <a:r>
              <a:t>🤖 Rasmiy Telegram Bot: @focusmedia4_bot  |  🌐 Rasmiy Vebsayt: https://focus-media-toshkent.vercel.app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Focus Media — Toshkent Viloyati Maktablari Loyihasi  |  12-sahifa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