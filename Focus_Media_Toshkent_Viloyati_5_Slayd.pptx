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rIns="0"/>
          <a:lstStyle/>
          <a:p>
            <a:pPr algn="ctr"/>
            <a:r>
              <a:rPr sz="900" b="1">
                <a:solidFill>
                  <a:srgbClr val="2563EB"/>
                </a:solidFill>
                <a:latin typeface="Arial"/>
              </a:rPr>
              <a:t>LOYIHA TAQDIMOTI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8046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Arial"/>
              </a:rPr>
              <a:t>«FOCUS MEDIA»</a:t>
            </a:r>
            <a:r>
              <a:rPr sz="1600" b="1">
                <a:solidFill>
                  <a:srgbClr val="2563EB"/>
                </a:solidFill>
                <a:latin typeface="Arial"/>
              </a:rPr>
              <a:t>
Toshkent viloyati umumta’lim muassasalarining yagona raqamli tizimi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  <a:latin typeface="Arial"/>
              </a:rPr>
              <a:t>Axborot boshqaruvi, tezkor ochiqlik va yoshlar intellektual salohiyatini yagona tizimga birlashtiruvchi loyiha.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502920"/>
            <a:ext cx="2316175" cy="231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612648"/>
            <a:ext cx="2093976" cy="20939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194560"/>
            <a:ext cx="8046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28600" bIns="109728"/>
          <a:lstStyle/>
          <a:p>
            <a:pPr algn="ctr"/>
            <a:r>
              <a:rPr sz="900" b="1">
                <a:solidFill>
                  <a:srgbClr val="2563EB"/>
                </a:solidFill>
                <a:latin typeface="Arial"/>
              </a:rPr>
              <a:t>LOYIHA BOSH G‘OYASI: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«Focus Media — bu shunchaki axborot kanali emas, balki Toshkent viloyati yoshlarining intellektual salohiyati, vatanparvarligi va zamonaviy imijini namoyon etuvchi raqamli ko‘zgudir!»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09728"/>
          <a:lstStyle/>
          <a:p>
            <a:pPr algn="ctr"/>
            <a:r>
              <a:rPr sz="850" b="1">
                <a:solidFill>
                  <a:srgbClr val="1E3A8A"/>
                </a:solidFill>
                <a:latin typeface="Arial"/>
              </a:rPr>
              <a:t>HUDUDIY QAMROV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22 Ta Hudud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Toshkent viloyatining barcha tuman va shaharlari (900+ maktab)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254203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09728"/>
          <a:lstStyle/>
          <a:p>
            <a:pPr algn="ctr"/>
            <a:r>
              <a:rPr sz="850" b="1">
                <a:solidFill>
                  <a:srgbClr val="2563EB"/>
                </a:solidFill>
                <a:latin typeface="Arial"/>
              </a:rPr>
              <a:t>AUDITORIYA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500,000+ Ishtirokchi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Viloyat o‘quvchilari, ota-onalar va 50,000+ pedagog jamoasi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3520440"/>
            <a:ext cx="25420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09728"/>
          <a:lstStyle/>
          <a:p>
            <a:pPr algn="ctr"/>
            <a:r>
              <a:rPr sz="850" b="1">
                <a:solidFill>
                  <a:srgbClr val="059669"/>
                </a:solidFill>
                <a:latin typeface="Arial"/>
              </a:rPr>
              <a:t>BYUDJET YONDASHUVI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Kam Xarajatli (Low-Cost)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Qo‘shimcha shtat talab etmaydi; maktablarning mavjud bazasi asosida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3520440"/>
            <a:ext cx="254203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06256" y="3520440"/>
            <a:ext cx="2542032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09728"/>
          <a:lstStyle/>
          <a:p>
            <a:pPr algn="ctr"/>
            <a:r>
              <a:rPr sz="850" b="1">
                <a:solidFill>
                  <a:srgbClr val="D97706"/>
                </a:solidFill>
                <a:latin typeface="Arial"/>
              </a:rPr>
              <a:t>JORIY ETISH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172A"/>
                </a:solidFill>
                <a:latin typeface="Arial"/>
              </a:rPr>
              <a:t>4 Bosqichda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64748B"/>
                </a:solidFill>
                <a:latin typeface="Arial"/>
              </a:rPr>
              <a:t>1 oyda 22 ta pilot tayanch maktabi, 4 oyda viloyat to‘liq qamrovi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3520440"/>
            <a:ext cx="254203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440680"/>
            <a:ext cx="10728655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 bIns="91440"/>
          <a:lstStyle/>
          <a:p>
            <a:pPr algn="ctr"/>
            <a:r>
              <a:rPr sz="950">
                <a:solidFill>
                  <a:srgbClr val="64748B"/>
                </a:solidFill>
                <a:latin typeface="Arial"/>
              </a:rPr>
              <a:t>Loyiha Tashabbuskori: </a:t>
            </a:r>
            <a:r>
              <a:rPr sz="950" b="1">
                <a:solidFill>
                  <a:srgbClr val="0F172A"/>
                </a:solidFill>
                <a:latin typeface="Arial"/>
              </a:rPr>
              <a:t>To‘rabek Abduvoitov</a:t>
            </a:r>
            <a:r>
              <a:rPr sz="950">
                <a:solidFill>
                  <a:srgbClr val="64748B"/>
                </a:solidFill>
                <a:latin typeface="Arial"/>
              </a:rPr>
              <a:t>   |   Telegram: </a:t>
            </a:r>
            <a:r>
              <a:rPr sz="950" b="1">
                <a:solidFill>
                  <a:srgbClr val="2563EB"/>
                </a:solidFill>
                <a:latin typeface="Arial"/>
              </a:rPr>
              <a:t>@Torabek_Abduvoitov</a:t>
            </a:r>
            <a:r>
              <a:rPr sz="950">
                <a:solidFill>
                  <a:srgbClr val="64748B"/>
                </a:solidFill>
                <a:latin typeface="Arial"/>
              </a:rPr>
              <a:t>   |   Bot: </a:t>
            </a:r>
            <a:r>
              <a:rPr sz="950" b="1">
                <a:solidFill>
                  <a:srgbClr val="1E3A8A"/>
                </a:solidFill>
                <a:latin typeface="Arial"/>
              </a:rPr>
              <a:t>@focusmedia4_bot</a:t>
            </a:r>
            <a:r>
              <a:rPr sz="950">
                <a:solidFill>
                  <a:srgbClr val="64748B"/>
                </a:solidFill>
                <a:latin typeface="Arial"/>
              </a:rPr>
              <a:t>   |   Portal: </a:t>
            </a:r>
            <a:r>
              <a:rPr sz="950" b="1">
                <a:solidFill>
                  <a:srgbClr val="059669"/>
                </a:solidFill>
                <a:latin typeface="Arial"/>
              </a:rPr>
              <a:t>focus-media-toshkent.vercel.app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Umumta’lim Maktablari Yagona Raqamli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STRATEGIK TAHLIL VA DOLZARBLIK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Mavjud Muammolar va Taklif Qilinayotgan Tizimli Yechim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Viloyat maktablaridagi axborot bo‘shliqlarini tezkor va tizimli bartaraf etish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91440" cy="1508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1. AXBOROT OQIMI VA MONITORING NAZORATI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E11D48"/>
                </a:solidFill>
                <a:latin typeface="Arial"/>
              </a:rPr>
              <a:t>✖  Mavjud Muammo: </a:t>
            </a:r>
            <a:r>
              <a:rPr sz="950">
                <a:solidFill>
                  <a:srgbClr val="334155"/>
                </a:solidFill>
                <a:latin typeface="Arial"/>
              </a:rPr>
              <a:t>900+ maktabdagi ta’lim holati, yutuqlar va muammolar markazga tarqoq, kechikib va tizimsiz yetib keladi. Yagona tahliliy monitoring bazasi yo‘q.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59669"/>
                </a:solidFill>
                <a:latin typeface="Arial"/>
              </a:rPr>
              <a:t>✔  «Focus Media» Yechimi: </a:t>
            </a:r>
            <a:r>
              <a:rPr sz="950">
                <a:solidFill>
                  <a:srgbClr val="0F172A"/>
                </a:solidFill>
                <a:latin typeface="Arial"/>
              </a:rPr>
              <a:t>Har bir maktab va tuman bo‘yicha yagona markazlashgan elektron axborot oqimi. Rahbariyat har kuni haqqoniy, filtrlangan va tezkor axborotga ega bo‘ladi.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81528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81528"/>
            <a:ext cx="91440" cy="1508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E11D48"/>
                </a:solidFill>
                <a:latin typeface="Arial"/>
              </a:rPr>
              <a:t>2. AXBOROT XAVFSIZLIGI VA FEYKLARGA RADDIYA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E11D48"/>
                </a:solidFill>
                <a:latin typeface="Arial"/>
              </a:rPr>
              <a:t>✖  Mavjud Muammo: </a:t>
            </a:r>
            <a:r>
              <a:rPr sz="950">
                <a:solidFill>
                  <a:srgbClr val="334155"/>
                </a:solidFill>
                <a:latin typeface="Arial"/>
              </a:rPr>
              <a:t>Ijtimoiy tarmoqlardagi feyk xabarlar, asossiz mish-mishlar va salbiy rezonanslarga rasmiy munosabat bildirish 24–48 soatgacha kechikadi.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59669"/>
                </a:solidFill>
                <a:latin typeface="Arial"/>
              </a:rPr>
              <a:t>✔  «Focus Media» Yechimi: </a:t>
            </a:r>
            <a:r>
              <a:rPr sz="950">
                <a:solidFill>
                  <a:srgbClr val="0F172A"/>
                </a:solidFill>
                <a:latin typeface="Arial"/>
              </a:rPr>
              <a:t>«Kiber-Qalqon» dasturi va rasmiy tasdiqlangan kanallar orqali 15 daqiqada tezkor rasmiy raddiya va tushuntirish berish mexanizmi joriy etiladi.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00016"/>
            <a:ext cx="10728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00016"/>
            <a:ext cx="91440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91456"/>
            <a:ext cx="1033272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Arial"/>
              </a:rPr>
              <a:t>3. VILOYAT YOSHLARI VA USTOZLAR NUFUZI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E11D48"/>
                </a:solidFill>
                <a:latin typeface="Arial"/>
              </a:rPr>
              <a:t>✖  Mavjud Muammo: </a:t>
            </a:r>
            <a:r>
              <a:rPr sz="950">
                <a:solidFill>
                  <a:srgbClr val="334155"/>
                </a:solidFill>
                <a:latin typeface="Arial"/>
              </a:rPr>
              <a:t>Olimpiada va sport chempionlari, innovatsion o‘quvchilar va ilg‘or pedagog ustozlar faqat o‘z maktabi doirasida tanilib, keng jamoatchilikka ko‘rinmaydi.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59669"/>
                </a:solidFill>
                <a:latin typeface="Arial"/>
              </a:rPr>
              <a:t>✔  «Focus Media» Yechimi: </a:t>
            </a:r>
            <a:r>
              <a:rPr sz="950">
                <a:solidFill>
                  <a:srgbClr val="0F172A"/>
                </a:solidFill>
                <a:latin typeface="Arial"/>
              </a:rPr>
              <a:t>«Viloyat Iftixorlari» elektron reytingi orqali iqtidorli yoshlar va fidoyi ustozlarni viloyat va respublika miqyosida brend darajasiga ko‘tarish.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Umumta’lim Maktablari Yagona Raqamli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KONSEPSIYA VA TIZIM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«Focus Media» Axborot Tizimining 3 Asosiy Ustuni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Raqamli boshqaruv platformasi, milliy media-kontent portfeli va zamonaviy kasblar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3687775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3504895" cy="1956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9560" y="3611880"/>
            <a:ext cx="3413455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1E3A8A"/>
                </a:solidFill>
                <a:latin typeface="Arial"/>
              </a:rPr>
              <a:t>ZAMONAVIY MEDIA STUDIYA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334155"/>
                </a:solidFill>
                <a:latin typeface="Arial"/>
              </a:rPr>
              <a:t>Har bir maktabning mavjud texnik imkoniyatlari (smartfon, mikrofon, noutbuk) negizida to‘liq avtomatlashtirilgan raqamli media infratuzilmasi shakllantiriladi.</a:t>
            </a:r>
          </a:p>
          <a:p>
            <a:pPr>
              <a:spcBef>
                <a:spcPts val="600"/>
              </a:spcBef>
            </a:pPr>
            <a:r>
              <a:rPr sz="850" b="1">
                <a:solidFill>
                  <a:srgbClr val="059669"/>
                </a:solidFill>
                <a:latin typeface="Arial"/>
              </a:rPr>
              <a:t>✔ Qo‘shimcha byudjet talab etilmaydi
✔ 100% yoshlar amaliy ijodkorligi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685800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3152" cy="1444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65836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E3A8A"/>
                </a:solidFill>
                <a:latin typeface="Arial"/>
              </a:rPr>
              <a:t>1-USTUN: RAQAMLI IT PLATFORMA &amp; KIBER-XAVFSIZLIK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Yagona Telegram Bot (@focusmedia4_bot): </a:t>
            </a:r>
            <a:r>
              <a:rPr sz="880">
                <a:solidFill>
                  <a:srgbClr val="334155"/>
                </a:solidFill>
                <a:latin typeface="Arial"/>
              </a:rPr>
              <a:t>24/7 rejimida viloyat yangiliklari, rasmiy dayjestlar va murojaat qabuli.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Veb-Monitoring Portali: </a:t>
            </a:r>
            <a:r>
              <a:rPr sz="880">
                <a:solidFill>
                  <a:srgbClr val="334155"/>
                </a:solidFill>
                <a:latin typeface="Arial"/>
              </a:rPr>
              <a:t>Viloyat ta’lim boshqarmasi uchun ochiq, shaffof va tahliliy elektron platforma.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«Kiber-Qalqon» Dasturi: </a:t>
            </a:r>
            <a:r>
              <a:rPr sz="880">
                <a:solidFill>
                  <a:srgbClr val="334155"/>
                </a:solidFill>
                <a:latin typeface="Arial"/>
              </a:rPr>
              <a:t>Kibergigiyena, shaxsiy ma’lumotlar himoyasi va kiberbulling profilaktikasi.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44952"/>
            <a:ext cx="685800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44952"/>
            <a:ext cx="73152" cy="14447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65836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2563EB"/>
                </a:solidFill>
                <a:latin typeface="Arial"/>
              </a:rPr>
              <a:t>2-USTUN: MILLIY MEDIA-KONTENT VA TARG‘IBOT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«Hafta Nigohi» Dayjesti: </a:t>
            </a:r>
            <a:r>
              <a:rPr sz="880">
                <a:solidFill>
                  <a:srgbClr val="334155"/>
                </a:solidFill>
                <a:latin typeface="Arial"/>
              </a:rPr>
              <a:t>Har hafta viloyat maktablaridagi namunali ochiq darslar va ilmiy yutuqlar sarasi.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«Focus Suhbat» Podkasti: </a:t>
            </a:r>
            <a:r>
              <a:rPr sz="880">
                <a:solidFill>
                  <a:srgbClr val="334155"/>
                </a:solidFill>
                <a:latin typeface="Arial"/>
              </a:rPr>
              <a:t>Ziyolilar, faxriy ustozlar va iqtidorli yetakchi o‘quvchilar bilan intervyular.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«Viloyat Iftixorlari» Reytingi: </a:t>
            </a:r>
            <a:r>
              <a:rPr sz="880">
                <a:solidFill>
                  <a:srgbClr val="334155"/>
                </a:solidFill>
                <a:latin typeface="Arial"/>
              </a:rPr>
              <a:t>Xalqaro fan olimpiadalari va sport chempionlarini keng ommalashtirish.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26864"/>
            <a:ext cx="6858000" cy="14447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26864"/>
            <a:ext cx="73152" cy="14447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18304"/>
            <a:ext cx="65836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E7490"/>
                </a:solidFill>
                <a:latin typeface="Arial"/>
              </a:rPr>
              <a:t>3-USTUN: KAM XARAJATLI STUDIYA &amp; KASBLAR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Low-Cost Mobil Studiya Modeli: </a:t>
            </a:r>
            <a:r>
              <a:rPr sz="880">
                <a:solidFill>
                  <a:srgbClr val="334155"/>
                </a:solidFill>
                <a:latin typeface="Arial"/>
              </a:rPr>
              <a:t>Mavjud smartfon va kompyuterlar negizida maktab media-burchagi.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5,000+ Yoshlarni Kasbga Yo‘naltirish: </a:t>
            </a:r>
            <a:r>
              <a:rPr sz="880">
                <a:solidFill>
                  <a:srgbClr val="334155"/>
                </a:solidFill>
                <a:latin typeface="Arial"/>
              </a:rPr>
              <a:t>SMM, mobilografiya, montaj va jurnalistika sohalariga bepul o‘qitish.</a:t>
            </a:r>
          </a:p>
          <a:p>
            <a:pPr>
              <a:spcBef>
                <a:spcPts val="300"/>
              </a:spcBef>
            </a:pPr>
            <a:r>
              <a:rPr sz="880" b="1">
                <a:solidFill>
                  <a:srgbClr val="0F172A"/>
                </a:solidFill>
                <a:latin typeface="Arial"/>
              </a:rPr>
              <a:t>● Maktab Ma’muriyatiga Yordamchi: </a:t>
            </a:r>
            <a:r>
              <a:rPr sz="880">
                <a:solidFill>
                  <a:srgbClr val="334155"/>
                </a:solidFill>
                <a:latin typeface="Arial"/>
              </a:rPr>
              <a:t>Maktabning ijobiy imijini yuksaltiruvchi tayyor o‘quvchilar jamoasi.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Umumta’lim Maktablari Yagona Raqamli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TASHKILIY TUZILMA VA IJRO MEXANIZMI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Maktab Media Boshqaruvi va 4 Bosqichli Yo‘l Xaritasi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Qo‘shimcha shtat talab etmaydigan boshqaruv va viloyat bo‘yicha aniq joriy etish bosqichlari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MAKTAB MEDIA GURUHI TUZILMASI (4 BO‘G‘IN)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01. Media Koordinator (Mas’ul Rahbar)
</a:t>
            </a:r>
            <a:r>
              <a:rPr sz="850">
                <a:solidFill>
                  <a:srgbClr val="334155"/>
                </a:solidFill>
                <a:latin typeface="Arial"/>
              </a:rPr>
              <a:t>Yoshlar yetakchisi / Informatika fani o‘qituvchisi. Strategik reja, tuman ta’lim bo‘limi bilan aloqa va IT nazorati.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02. Tasvir va Montaj Guruhi
</a:t>
            </a:r>
            <a:r>
              <a:rPr sz="850">
                <a:solidFill>
                  <a:srgbClr val="334155"/>
                </a:solidFill>
                <a:latin typeface="Arial"/>
              </a:rPr>
              <a:t>2-3 nafar iqtidorli o‘quvchi. Maktab tadbirlarini tezkor tasvirga olish, videolarni dinamik montaj qilish va efirga tayyorlash.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03. Grafik Dizayn Bo‘limi
</a:t>
            </a:r>
            <a:r>
              <a:rPr sz="850">
                <a:solidFill>
                  <a:srgbClr val="334155"/>
                </a:solidFill>
                <a:latin typeface="Arial"/>
              </a:rPr>
              <a:t>1-2 nafar havaskor o‘quvchi. Yagona brending asosida rasmiy e’lonlar, posterlar va infografik materiallar tayyorlash.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04. Yosh Jurnalistlar Guruhi
</a:t>
            </a:r>
            <a:r>
              <a:rPr sz="850">
                <a:solidFill>
                  <a:srgbClr val="334155"/>
                </a:solidFill>
                <a:latin typeface="Arial"/>
              </a:rPr>
              <a:t>2-3 nafar ijodkor o‘quvchi. Tahliliy maqolalar, ustoz va tengdoshlar bilan intervyular hamda rasmiy xabarlar tayyorlash.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5257800" cy="4617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463040"/>
            <a:ext cx="52578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45920"/>
            <a:ext cx="48006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AMALGA OSHIRISH BOSQICHLARI (YO‘L XARITASI)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1-BOSQICH: Normativ Asos va Tayanch Maktablar
</a:t>
            </a:r>
            <a:r>
              <a:rPr sz="850">
                <a:solidFill>
                  <a:srgbClr val="334155"/>
                </a:solidFill>
                <a:latin typeface="Arial"/>
              </a:rPr>
              <a:t>Boshqarma buyrug‘ini qabul qilish va 22 ta tuman/shaharda 1 tadan (jami 22 ta) tayanch pilot maktablarini belgilash hamda mas’ullarni tayinlash.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2-BOSQICH: O‘quv-Amaliy Master-Klasslar va Brandbook
</a:t>
            </a:r>
            <a:r>
              <a:rPr sz="850">
                <a:solidFill>
                  <a:srgbClr val="334155"/>
                </a:solidFill>
                <a:latin typeface="Arial"/>
              </a:rPr>
              <a:t>22 ta tayanch maktab media guruhlari uchun 3 kunlik intensiv master-klasslar o‘tkazish, yagona «Focus Media Brandbook» standartlarini tarqatish.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3-BOSQICH: Texnologik Integratsiya va «Focus Bot»
</a:t>
            </a:r>
            <a:r>
              <a:rPr sz="850">
                <a:solidFill>
                  <a:srgbClr val="334155"/>
                </a:solidFill>
                <a:latin typeface="Arial"/>
              </a:rPr>
              <a:t>«Focus Bot» va elektron platformani ishga tushirish, haftalik «Hafta Nigohi» tahliliy dayjestlarini efirga berish hamda «Kiber-Qalqon» tizimini darslarga bog‘lash.</a:t>
            </a:r>
          </a:p>
          <a:p>
            <a:pPr>
              <a:spcBef>
                <a:spcPts val="1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4-BOSQICH: Viloyat Bo‘ylab To‘liq Qamrov va Reyting
</a:t>
            </a:r>
            <a:r>
              <a:rPr sz="850">
                <a:solidFill>
                  <a:srgbClr val="334155"/>
                </a:solidFill>
                <a:latin typeface="Arial"/>
              </a:rPr>
              <a:t>Tizimni viloyatdagi 900+ maktabga tatbiq etish, har oy yakuni bo‘yicha «Eng Faol Maktab Media Markazi» reytingini e’lon qilish va yillik Forum o‘tkazish.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Umumta’lim Maktablari Yagona Raqamli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92608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rIns="0" bIns="0"/>
          <a:lstStyle/>
          <a:p>
            <a:pPr algn="l"/>
            <a:r>
              <a:rPr sz="850" b="1">
                <a:solidFill>
                  <a:srgbClr val="1E3A8A"/>
                </a:solidFill>
                <a:latin typeface="Arial"/>
              </a:rPr>
              <a:t>NATIJADORLIK VA STRATEGIK SAMARADORLIK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Arial"/>
              </a:rPr>
              <a:t>Kutilayotgan Natijalar (KPI) va Rahbariyat Uchun Asosiy Foyda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Arial"/>
              </a:rPr>
              <a:t>Toshkent viloyati ta’lim tizimida o‘lchanadigan aniq ko‘rsatkichlar va erishiladigan natijalar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438912"/>
            <a:ext cx="1005840" cy="1005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1E3A8A"/>
                </a:solidFill>
                <a:latin typeface="Arial"/>
              </a:rPr>
              <a:t>100% Qamrov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22 Ta Hudud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Viloyatning barcha 22 ta tuman va shahri (900+ maktab) yagona axborot tizimiga ulanadi.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4203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E11D48"/>
                </a:solidFill>
                <a:latin typeface="Arial"/>
              </a:rPr>
              <a:t>15 Daqiqa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Tezkor Raddiya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Ijtimoiy tarmoqlardagi feyk va mish-mishlarga rasmiy tezkor munosabat bildirish vaqti.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6432" y="1463040"/>
            <a:ext cx="2542032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059669"/>
                </a:solidFill>
                <a:latin typeface="Arial"/>
              </a:rPr>
              <a:t>5,000+ O‘quvchi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Kasbga Yo‘naltirish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SMM, mobilografiya, montaj va jurnalistika kabi zamonaviy kasblarga bepul o‘qitiladi.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463040"/>
            <a:ext cx="254203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42032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91440"/>
          <a:lstStyle/>
          <a:p>
            <a:pPr algn="ctr"/>
            <a:r>
              <a:rPr sz="2000" b="1">
                <a:solidFill>
                  <a:srgbClr val="D97706"/>
                </a:solidFill>
                <a:latin typeface="Arial"/>
              </a:rPr>
              <a:t>0 So‘m</a:t>
            </a:r>
          </a:p>
          <a:p>
            <a:pPr>
              <a:spcBef>
                <a:spcPts val="200"/>
              </a:spcBef>
            </a:pPr>
            <a:r>
              <a:rPr sz="950" b="1">
                <a:solidFill>
                  <a:srgbClr val="0F172A"/>
                </a:solidFill>
                <a:latin typeface="Arial"/>
              </a:rPr>
              <a:t>Byudjet Tejamkorligi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64748B"/>
                </a:solidFill>
                <a:latin typeface="Arial"/>
              </a:rPr>
              <a:t>Qo‘shimcha shtat talab etmaydi; maktablarning mavjud infratuzilmasi hisobiga ishlaydi.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06256" y="1463040"/>
            <a:ext cx="254203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 bIns="137160"/>
          <a:lstStyle/>
          <a:p>
            <a:pPr algn="ctr"/>
            <a:r>
              <a:rPr sz="1050" b="1">
                <a:solidFill>
                  <a:srgbClr val="1E3A8A"/>
                </a:solidFill>
                <a:latin typeface="Arial"/>
              </a:rPr>
              <a:t>✔  NAZORAT VA SHAFFOFLIK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Har bir tuman va maktabdagi real ta’lim sifati, o‘quvchilar yutuqlari hamda muammolari bo‘yicha viloyat rahbariyatiga har kuni haqqoniy va filtrlangan axborot oqimi kafolatlanadi.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345643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2" y="306324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 bIns="137160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</a:rPr>
              <a:t>✔  VILOYAT YOSHLARI VA USTOZLAR NUFUZI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Xalqaro va respublika fan olimpiadalari g‘oliblari, chempionlar va ilg‘or fidoyi ustozlar respublika miqyosida brendga aylantirilib, viloyatning ijobiy imiji mustahkamlanadi.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3063240"/>
            <a:ext cx="34564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10144" y="3063240"/>
            <a:ext cx="3456432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 rIns="182880" bIns="137160"/>
          <a:lstStyle/>
          <a:p>
            <a:pPr algn="ctr"/>
            <a:r>
              <a:rPr sz="1050" b="1">
                <a:solidFill>
                  <a:srgbClr val="059669"/>
                </a:solidFill>
                <a:latin typeface="Arial"/>
              </a:rPr>
              <a:t>✔  RAQAMLI IMMUNITET VA XAVFSIZLIK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«Kiber-Qalqon» dasturi orqali o‘quvchi va ota-onalar kiberxavflar, fishing va yot g‘oyalardan himoyalanadi. Viloyat maktablarida mustahkam axborot madaniyati shakllanadi.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3063240"/>
            <a:ext cx="345643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 bIns="91440"/>
          <a:lstStyle/>
          <a:p>
            <a:pPr algn="ctr"/>
            <a:r>
              <a:rPr sz="1000" b="1">
                <a:solidFill>
                  <a:srgbClr val="1E3A8A"/>
                </a:solidFill>
                <a:latin typeface="Arial"/>
              </a:rPr>
              <a:t>«Focus Media — bu shunchaki axborot kanali emas, balki Toshkent viloyati yoshlarining intellektual salohiyati, vatanparvarligi va zamonaviy imijini namoyon etuvchi raqamli ko‘zgudir!»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2563EB"/>
                </a:solidFill>
                <a:latin typeface="Arial"/>
              </a:rPr>
              <a:t>Loyiha Tashabbuskori: To‘rabek Abduvoitov   |   Telegram: @Torabek_Abduvoitov   |   Bot: @focusmedia4_bot   |   Portal: focus-media-toshkent.vercel.app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382512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«Focus Media» — Toshkent Viloyati Umumta’lim Maktablari Yagona Raqamli Tizimi</a:t>
            </a:r>
            <a:r>
              <a:rPr sz="850">
                <a:solidFill>
                  <a:srgbClr val="64748B"/>
                </a:solidFill>
                <a:latin typeface="Arial"/>
              </a:rPr>
              <a:t>   |   Rasmiy aloqa: @Torabek_Abduvoitov   |   Bot: @focusmedia4_bot</a:t>
            </a:r>
            <a:r>
              <a:rPr sz="850" b="1">
                <a:solidFill>
                  <a:srgbClr val="2563EB"/>
                </a:solidFill>
                <a:latin typeface="Arial"/>
              </a:rPr>
              <a:t>   |   Slayd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